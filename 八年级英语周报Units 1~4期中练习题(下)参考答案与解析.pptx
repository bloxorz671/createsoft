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slides/slide2.xml" ContentType="application/vnd.openxmlformats-officedocument.presentationml.slide+xml"/>
  <Override PartName="/ppt/tags/tag2.xml" ContentType="application/vnd.openxmlformats-officedocument.presentationml.tags+xml"/>
  <Override PartName="/ppt/slides/slide3.xml" ContentType="application/vnd.openxmlformats-officedocument.presentationml.slide+xml"/>
  <Override PartName="/ppt/tags/tag3.xml" ContentType="application/vnd.openxmlformats-officedocument.presentationml.tags+xml"/>
  <Override PartName="/ppt/slides/slide4.xml" ContentType="application/vnd.openxmlformats-officedocument.presentationml.slide+xml"/>
  <Override PartName="/ppt/tags/tag4.xml" ContentType="application/vnd.openxmlformats-officedocument.presentationml.tags+xml"/>
  <Override PartName="/ppt/slides/slide5.xml" ContentType="application/vnd.openxmlformats-officedocument.presentationml.slide+xml"/>
  <Override PartName="/ppt/tags/tag5.xml" ContentType="application/vnd.openxmlformats-officedocument.presentationml.tag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4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 rtl="0" saveSubsetFonts="0" serverZoom="0" showSpecialPlsOnTitleSld="1">
  <p:sldMasterIdLst>
    <p:sldMasterId id="2147483648" r:id="rId1"/>
    <p:sldMasterId id="2147483649" r:id="rId2"/>
  </p:sldMasterIdLst>
  <p:notesMasterIdLst>
    <p:notesMasterId r:id="rId3"/>
  </p:notes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type="screen16x9" cy="6858000" cx="12192000"/>
  <p:notesSz cx="6858000" cy="9144000"/>
  <p:defaultTextStyle>
    <a:lvl1pPr algn="l" eaLnBrk="1" fontAlgn="base" hangingPunct="1" indent="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34" charset="0"/>
        <a:ea typeface="宋体" pitchFamily="2" charset="-122"/>
      </a:defRPr>
    </a:lvl1pPr>
    <a:lvl2pPr algn="l" eaLnBrk="1" fontAlgn="base" hangingPunct="1" indent="0" latinLnBrk="0" marL="4572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34" charset="0"/>
        <a:ea typeface="宋体" pitchFamily="2" charset="-122"/>
      </a:defRPr>
    </a:lvl2pPr>
    <a:lvl3pPr algn="l" eaLnBrk="1" fontAlgn="base" hangingPunct="1" indent="0" latinLnBrk="0" marL="9144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34" charset="0"/>
        <a:ea typeface="宋体" pitchFamily="2" charset="-122"/>
      </a:defRPr>
    </a:lvl3pPr>
    <a:lvl4pPr algn="l" eaLnBrk="1" fontAlgn="base" hangingPunct="1" indent="0" latinLnBrk="0" marL="13716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34" charset="0"/>
        <a:ea typeface="宋体" pitchFamily="2" charset="-122"/>
      </a:defRPr>
    </a:lvl4pPr>
    <a:lvl5pPr algn="l" eaLnBrk="1" fontAlgn="base" hangingPunct="1" indent="0" latinLnBrk="0" marL="18288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34" charset="0"/>
        <a:ea typeface="宋体" pitchFamily="2" charset="-122"/>
      </a:defRPr>
    </a:lvl5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showOutlineIcons="1" snapVertSplitter="0" vertBarState="restored" horzBarState="restored" preferSingleView="0">
    <p:restoredLeft sz="13048" autoAdjust="0"/>
    <p:restoredTop sz="94660" autoAdjust="0"/>
  </p:normalViewPr>
  <p:slideViewPr>
    <p:cSldViewPr showGuides="1" snapToGrid="1" snapToObjects="1">
      <p:cViewPr varScale="1">
        <p:scale>
          <a:sx n="81" d="100"/>
          <a:sy n="81" d="100"/>
        </p:scale>
        <p:origin x="1026" y="96"/>
      </p:cViewPr>
      <p:guideLst>
        <p:guide orient="horz" pos="2250"/>
        <p:guide orient="vert" pos="3724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tableStyles" Target="tableStyles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4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44" name="Rectangle 2"/>
          <p:cNvSpPr/>
          <p:nvPr>
            <p:ph type="hdr" sz="quarter" idx="4294967295"/>
          </p:nvPr>
        </p:nvSpPr>
        <p:spPr>
          <a:xfrm rot="0">
            <a:off x="0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0" hangingPunct="0" lvl="0">
              <a:buNone/>
            </a:pPr>
            <a:endParaRPr altLang="en-US" sz="1200" lang="zh-CN"/>
          </a:p>
        </p:txBody>
      </p:sp>
      <p:sp>
        <p:nvSpPr>
          <p:cNvPr id="1048745" name="Rectangle 3"/>
          <p:cNvSpPr/>
          <p:nvPr>
            <p:ph type="dt" sz="full" idx="4294967295"/>
          </p:nvPr>
        </p:nvSpPr>
        <p:spPr>
          <a:xfrm rot="0">
            <a:off x="3884612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algn="r" eaLnBrk="0" hangingPunct="0" lvl="0">
              <a:buNone/>
            </a:pPr>
            <a:fld id="{566ABCEB-ACFC-4714-9973-3DA970169C29}" type="datetime1">
              <a:rPr altLang="en-US" sz="1200" lang="zh-CN"/>
              <a:pPr algn="r" eaLnBrk="0" hangingPunct="0" lvl="0">
                <a:buNone/>
              </a:pPr>
            </a:fld>
            <a:endParaRPr altLang="en-US" sz="1200" lang="zh-CN"/>
          </a:p>
        </p:txBody>
      </p:sp>
      <p:sp>
        <p:nvSpPr>
          <p:cNvPr id="1048746" name="Rectangle 4"/>
          <p:cNvSpPr/>
          <p:nvPr>
            <p:ph type="sldImg" sz="full" idx="4294967295"/>
          </p:nvPr>
        </p:nvSpPr>
        <p:spPr>
          <a:xfrm rot="0">
            <a:off x="381000" y="685800"/>
            <a:ext cx="6096000" cy="34290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/>
        </p:txBody>
      </p:sp>
      <p:sp>
        <p:nvSpPr>
          <p:cNvPr id="1048747" name="Rectangle 5"/>
          <p:cNvSpPr/>
          <p:nvPr>
            <p:ph type="body" sz="quarter" idx="4294967295"/>
          </p:nvPr>
        </p:nvSpPr>
        <p:spPr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748" name="Rectangle 6"/>
          <p:cNvSpPr/>
          <p:nvPr>
            <p:ph type="ftr" sz="quarter" idx="4294967295"/>
          </p:nvPr>
        </p:nvSpPr>
        <p:spPr>
          <a:xfrm rot="0">
            <a:off x="0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eaLnBrk="0" hangingPunct="0" lvl="0">
              <a:buNone/>
            </a:pPr>
            <a:endParaRPr altLang="zh-CN" sz="1200" lang="en-US"/>
          </a:p>
        </p:txBody>
      </p:sp>
      <p:sp>
        <p:nvSpPr>
          <p:cNvPr id="1048749" name="Rectangle 7"/>
          <p:cNvSpPr/>
          <p:nvPr>
            <p:ph type="sldNum" sz="quarter" idx="4294967295"/>
          </p:nvPr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zh-CN"/>
              <a:pPr algn="r" lvl="0"/>
            </a:fld>
            <a:endParaRPr altLang="en-US" sz="1200" lang="zh-CN"/>
          </a:p>
        </p:txBody>
      </p:sp>
    </p:spTree>
  </p:cSld>
  <p:clrMap accent1="dk1" accent2="dk1" accent3="dk1" accent4="dk1" accent5="dk1" accent6="dk1" bg1="dk1" bg2="dk1" tx1="dk1" tx2="dk1" hlink="dk1" folHlink="dk1"/>
  <p:notesStyle>
    <a:lvl1pPr algn="l" eaLnBrk="0" fontAlgn="base" hangingPunct="0" indent="0" latinLnBrk="0" marL="0" rtl="0">
      <a:lnSpc>
        <a:spcPct val="100000"/>
      </a:lnSpc>
      <a:spcBef>
        <a:spcPct val="30000"/>
      </a:spcBef>
      <a:spcAft>
        <a:spcPct val="0"/>
      </a:spcAft>
      <a:buFontTx/>
      <a:buNone/>
      <a:defRPr sz="1200">
        <a:solidFill>
          <a:schemeClr val="dk1"/>
        </a:solidFill>
        <a:latin typeface="Calibri" pitchFamily="34" charset="0"/>
        <a:ea typeface="宋体" pitchFamily="2" charset="-122"/>
      </a:defRPr>
    </a:lvl1pPr>
    <a:lvl2pPr algn="l" eaLnBrk="0" fontAlgn="base" hangingPunct="0" indent="0" latinLnBrk="0" marL="457200" rtl="0">
      <a:lnSpc>
        <a:spcPct val="100000"/>
      </a:lnSpc>
      <a:spcBef>
        <a:spcPct val="30000"/>
      </a:spcBef>
      <a:spcAft>
        <a:spcPct val="0"/>
      </a:spcAft>
      <a:buFontTx/>
      <a:buNone/>
      <a:defRPr sz="1200">
        <a:solidFill>
          <a:schemeClr val="dk1"/>
        </a:solidFill>
        <a:latin typeface="Calibri" pitchFamily="34" charset="0"/>
        <a:ea typeface="宋体" pitchFamily="2" charset="-122"/>
      </a:defRPr>
    </a:lvl2pPr>
    <a:lvl3pPr algn="l" eaLnBrk="0" fontAlgn="base" hangingPunct="0" indent="0" latinLnBrk="0" marL="914400" rtl="0">
      <a:lnSpc>
        <a:spcPct val="100000"/>
      </a:lnSpc>
      <a:spcBef>
        <a:spcPct val="30000"/>
      </a:spcBef>
      <a:spcAft>
        <a:spcPct val="0"/>
      </a:spcAft>
      <a:buFontTx/>
      <a:buNone/>
      <a:defRPr sz="1200">
        <a:solidFill>
          <a:schemeClr val="dk1"/>
        </a:solidFill>
        <a:latin typeface="Calibri" pitchFamily="34" charset="0"/>
        <a:ea typeface="宋体" pitchFamily="2" charset="-122"/>
      </a:defRPr>
    </a:lvl3pPr>
    <a:lvl4pPr algn="l" eaLnBrk="0" fontAlgn="base" hangingPunct="0" indent="0" latinLnBrk="0" marL="1371600" rtl="0">
      <a:lnSpc>
        <a:spcPct val="100000"/>
      </a:lnSpc>
      <a:spcBef>
        <a:spcPct val="30000"/>
      </a:spcBef>
      <a:spcAft>
        <a:spcPct val="0"/>
      </a:spcAft>
      <a:buFontTx/>
      <a:buNone/>
      <a:defRPr sz="1200">
        <a:solidFill>
          <a:schemeClr val="dk1"/>
        </a:solidFill>
        <a:latin typeface="Calibri" pitchFamily="34" charset="0"/>
        <a:ea typeface="宋体" pitchFamily="2" charset="-122"/>
      </a:defRPr>
    </a:lvl4pPr>
    <a:lvl5pPr algn="l" eaLnBrk="0" fontAlgn="base" hangingPunct="0" indent="0" latinLnBrk="0" marL="1828800" rtl="0">
      <a:lnSpc>
        <a:spcPct val="100000"/>
      </a:lnSpc>
      <a:spcBef>
        <a:spcPct val="30000"/>
      </a:spcBef>
      <a:spcAft>
        <a:spcPct val="0"/>
      </a:spcAft>
      <a:buFontTx/>
      <a:buNone/>
      <a:defRPr sz="1200">
        <a:solidFill>
          <a:schemeClr val="dk1"/>
        </a:solidFill>
        <a:latin typeface="Calibri" pitchFamily="34" charset="0"/>
        <a:ea typeface="宋体" pitchFamily="2" charset="-122"/>
      </a:defRPr>
    </a:lvl5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单击此处编辑母版标题样式</a:t>
            </a:r>
            <a:endParaRPr altLang="en-US" lang="zh-CN"/>
          </a:p>
        </p:txBody>
      </p:sp>
      <p:sp>
        <p:nvSpPr>
          <p:cNvPr id="1048690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zh-CN" lang="en-US" smtClean="0"/>
              <a:t>单击此处编辑母版副标题样式</a:t>
            </a:r>
            <a:endParaRPr altLang="en-US" lang="zh-CN"/>
          </a:p>
        </p:txBody>
      </p:sp>
      <p:sp>
        <p:nvSpPr>
          <p:cNvPr id="1048691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/>
              <a:pPr lvl="0">
                <a:buNone/>
              </a:pPr>
            </a:fld>
            <a:endParaRPr altLang="en-US" sz="1400" lang="zh-CN"/>
          </a:p>
        </p:txBody>
      </p:sp>
      <p:sp>
        <p:nvSpPr>
          <p:cNvPr id="1048692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/>
              <a:pPr algn="r" lvl="0"/>
            </a:fld>
            <a:endParaRPr altLang="en-US" sz="1400" lang="zh-CN"/>
          </a:p>
        </p:txBody>
      </p:sp>
      <p:sp>
        <p:nvSpPr>
          <p:cNvPr id="1048693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单击此处编辑母版标题样式</a:t>
            </a:r>
            <a:endParaRPr altLang="en-US" lang="zh-CN"/>
          </a:p>
        </p:txBody>
      </p:sp>
      <p:sp>
        <p:nvSpPr>
          <p:cNvPr id="104870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zh-CN" lang="en-US" smtClean="0"/>
              <a:t>单击此处编辑母版文本样式</a:t>
            </a:r>
          </a:p>
          <a:p>
            <a:pPr lvl="1"/>
            <a:r>
              <a:rPr altLang="zh-CN" lang="en-US" smtClean="0"/>
              <a:t>第二级</a:t>
            </a:r>
          </a:p>
          <a:p>
            <a:pPr lvl="2"/>
            <a:r>
              <a:rPr altLang="zh-CN" lang="en-US" smtClean="0"/>
              <a:t>第三级</a:t>
            </a:r>
          </a:p>
          <a:p>
            <a:pPr lvl="3"/>
            <a:r>
              <a:rPr altLang="zh-CN" lang="en-US" smtClean="0"/>
              <a:t>第四级</a:t>
            </a:r>
          </a:p>
          <a:p>
            <a:pPr lvl="4"/>
            <a:r>
              <a:rPr altLang="zh-CN" lang="en-US" smtClean="0"/>
              <a:t>第五级</a:t>
            </a:r>
          </a:p>
        </p:txBody>
      </p:sp>
      <p:sp>
        <p:nvSpPr>
          <p:cNvPr id="1048705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/>
              <a:pPr lvl="0">
                <a:buNone/>
              </a:pPr>
            </a:fld>
            <a:endParaRPr altLang="en-US" sz="1400" lang="zh-CN"/>
          </a:p>
        </p:txBody>
      </p:sp>
      <p:sp>
        <p:nvSpPr>
          <p:cNvPr id="1048706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/>
              <a:pPr algn="r" lvl="0"/>
            </a:fld>
            <a:endParaRPr altLang="en-US" sz="1400" lang="zh-CN"/>
          </a:p>
        </p:txBody>
      </p:sp>
      <p:sp>
        <p:nvSpPr>
          <p:cNvPr id="1048707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单击此处编辑母版标题样式</a:t>
            </a:r>
            <a:endParaRPr altLang="en-US" lang="zh-CN"/>
          </a:p>
        </p:txBody>
      </p:sp>
      <p:sp>
        <p:nvSpPr>
          <p:cNvPr id="1048720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/>
            </a:lvl1pPr>
            <a:lvl2pPr indent="0" marL="457200">
              <a:buNone/>
              <a:defRPr sz="2000"/>
            </a:lvl2pPr>
            <a:lvl3pPr indent="0" marL="914400">
              <a:buNone/>
              <a:defRPr sz="18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pPr lvl="0"/>
            <a:r>
              <a:rPr altLang="zh-CN" lang="en-US" smtClean="0"/>
              <a:t>单击此处编辑母版文本样式</a:t>
            </a:r>
          </a:p>
        </p:txBody>
      </p:sp>
      <p:sp>
        <p:nvSpPr>
          <p:cNvPr id="1048721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/>
              <a:pPr lvl="0">
                <a:buNone/>
              </a:pPr>
            </a:fld>
            <a:endParaRPr altLang="en-US" sz="1400" lang="zh-CN"/>
          </a:p>
        </p:txBody>
      </p:sp>
      <p:sp>
        <p:nvSpPr>
          <p:cNvPr id="1048722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/>
              <a:pPr algn="r" lvl="0"/>
            </a:fld>
            <a:endParaRPr altLang="en-US" sz="1400" lang="zh-CN"/>
          </a:p>
        </p:txBody>
      </p:sp>
      <p:sp>
        <p:nvSpPr>
          <p:cNvPr id="1048723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单击此处编辑母版标题样式</a:t>
            </a:r>
            <a:endParaRPr altLang="en-US" lang="zh-CN"/>
          </a:p>
        </p:txBody>
      </p:sp>
      <p:sp>
        <p:nvSpPr>
          <p:cNvPr id="1048725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altLang="zh-CN" lang="en-US" smtClean="0"/>
              <a:t>单击此处编辑母版文本样式</a:t>
            </a:r>
          </a:p>
          <a:p>
            <a:pPr lvl="1"/>
            <a:r>
              <a:rPr altLang="zh-CN" lang="en-US" smtClean="0"/>
              <a:t>第二级</a:t>
            </a:r>
          </a:p>
          <a:p>
            <a:pPr lvl="2"/>
            <a:r>
              <a:rPr altLang="zh-CN" lang="en-US" smtClean="0"/>
              <a:t>第三级</a:t>
            </a:r>
          </a:p>
          <a:p>
            <a:pPr lvl="3"/>
            <a:r>
              <a:rPr altLang="zh-CN" lang="en-US" smtClean="0"/>
              <a:t>第四级</a:t>
            </a:r>
          </a:p>
          <a:p>
            <a:pPr lvl="4"/>
            <a:r>
              <a:rPr altLang="zh-CN" lang="en-US" smtClean="0"/>
              <a:t>第五级</a:t>
            </a:r>
          </a:p>
        </p:txBody>
      </p:sp>
      <p:sp>
        <p:nvSpPr>
          <p:cNvPr id="1048726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181600" cy="4351338"/>
          </a:xfrm>
        </p:spPr>
        <p:txBody>
          <a:bodyPr/>
          <a:p>
            <a:pPr lvl="0"/>
            <a:r>
              <a:rPr altLang="zh-CN" lang="en-US" smtClean="0"/>
              <a:t>单击此处编辑母版文本样式</a:t>
            </a:r>
          </a:p>
          <a:p>
            <a:pPr lvl="1"/>
            <a:r>
              <a:rPr altLang="zh-CN" lang="en-US" smtClean="0"/>
              <a:t>第二级</a:t>
            </a:r>
          </a:p>
          <a:p>
            <a:pPr lvl="2"/>
            <a:r>
              <a:rPr altLang="zh-CN" lang="en-US" smtClean="0"/>
              <a:t>第三级</a:t>
            </a:r>
          </a:p>
          <a:p>
            <a:pPr lvl="3"/>
            <a:r>
              <a:rPr altLang="zh-CN" lang="en-US" smtClean="0"/>
              <a:t>第四级</a:t>
            </a:r>
          </a:p>
          <a:p>
            <a:pPr lvl="4"/>
            <a:r>
              <a:rPr altLang="zh-CN" lang="en-US" smtClean="0"/>
              <a:t>第五级</a:t>
            </a:r>
          </a:p>
        </p:txBody>
      </p:sp>
      <p:sp>
        <p:nvSpPr>
          <p:cNvPr id="1048727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/>
              <a:pPr lvl="0">
                <a:buNone/>
              </a:pPr>
            </a:fld>
            <a:endParaRPr altLang="en-US" sz="1400" lang="zh-CN"/>
          </a:p>
        </p:txBody>
      </p:sp>
      <p:sp>
        <p:nvSpPr>
          <p:cNvPr id="1048728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/>
              <a:pPr algn="r" lvl="0"/>
            </a:fld>
            <a:endParaRPr altLang="en-US" sz="1400" lang="zh-CN"/>
          </a:p>
        </p:txBody>
      </p:sp>
      <p:sp>
        <p:nvSpPr>
          <p:cNvPr id="1048729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altLang="zh-CN" lang="en-US" smtClean="0"/>
              <a:t>单击此处编辑母版标题样式</a:t>
            </a:r>
            <a:endParaRPr altLang="en-US" lang="zh-CN"/>
          </a:p>
        </p:txBody>
      </p:sp>
      <p:sp>
        <p:nvSpPr>
          <p:cNvPr id="1048731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单击此处编辑母版文本样式</a:t>
            </a:r>
          </a:p>
        </p:txBody>
      </p:sp>
      <p:sp>
        <p:nvSpPr>
          <p:cNvPr id="1048732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altLang="zh-CN" lang="en-US" smtClean="0"/>
              <a:t>单击此处编辑母版文本样式</a:t>
            </a:r>
          </a:p>
          <a:p>
            <a:pPr lvl="1"/>
            <a:r>
              <a:rPr altLang="zh-CN" lang="en-US" smtClean="0"/>
              <a:t>第二级</a:t>
            </a:r>
          </a:p>
          <a:p>
            <a:pPr lvl="2"/>
            <a:r>
              <a:rPr altLang="zh-CN" lang="en-US" smtClean="0"/>
              <a:t>第三级</a:t>
            </a:r>
          </a:p>
          <a:p>
            <a:pPr lvl="3"/>
            <a:r>
              <a:rPr altLang="zh-CN" lang="en-US" smtClean="0"/>
              <a:t>第四级</a:t>
            </a:r>
          </a:p>
          <a:p>
            <a:pPr lvl="4"/>
            <a:r>
              <a:rPr altLang="zh-CN" lang="en-US" smtClean="0"/>
              <a:t>第五级</a:t>
            </a:r>
          </a:p>
        </p:txBody>
      </p:sp>
      <p:sp>
        <p:nvSpPr>
          <p:cNvPr id="104873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199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单击此处编辑母版文本样式</a:t>
            </a:r>
          </a:p>
        </p:txBody>
      </p:sp>
      <p:sp>
        <p:nvSpPr>
          <p:cNvPr id="1048734" name="Content Placeholder 5"/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183188" cy="3684588"/>
          </a:xfrm>
        </p:spPr>
        <p:txBody>
          <a:bodyPr/>
          <a:p>
            <a:pPr lvl="0"/>
            <a:r>
              <a:rPr altLang="zh-CN" lang="en-US" smtClean="0"/>
              <a:t>单击此处编辑母版文本样式</a:t>
            </a:r>
          </a:p>
          <a:p>
            <a:pPr lvl="1"/>
            <a:r>
              <a:rPr altLang="zh-CN" lang="en-US" smtClean="0"/>
              <a:t>第二级</a:t>
            </a:r>
          </a:p>
          <a:p>
            <a:pPr lvl="2"/>
            <a:r>
              <a:rPr altLang="zh-CN" lang="en-US" smtClean="0"/>
              <a:t>第三级</a:t>
            </a:r>
          </a:p>
          <a:p>
            <a:pPr lvl="3"/>
            <a:r>
              <a:rPr altLang="zh-CN" lang="en-US" smtClean="0"/>
              <a:t>第四级</a:t>
            </a:r>
          </a:p>
          <a:p>
            <a:pPr lvl="4"/>
            <a:r>
              <a:rPr altLang="zh-CN" lang="en-US" smtClean="0"/>
              <a:t>第五级</a:t>
            </a:r>
          </a:p>
        </p:txBody>
      </p:sp>
      <p:sp>
        <p:nvSpPr>
          <p:cNvPr id="1048735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/>
              <a:pPr lvl="0">
                <a:buNone/>
              </a:pPr>
            </a:fld>
            <a:endParaRPr altLang="en-US" sz="1400" lang="zh-CN"/>
          </a:p>
        </p:txBody>
      </p:sp>
      <p:sp>
        <p:nvSpPr>
          <p:cNvPr id="1048736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/>
              <a:pPr algn="r" lvl="0"/>
            </a:fld>
            <a:endParaRPr altLang="en-US" sz="1400" lang="zh-CN"/>
          </a:p>
        </p:txBody>
      </p:sp>
      <p:sp>
        <p:nvSpPr>
          <p:cNvPr id="1048737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单击此处编辑母版标题样式</a:t>
            </a:r>
            <a:endParaRPr altLang="en-US" lang="zh-CN"/>
          </a:p>
        </p:txBody>
      </p:sp>
      <p:sp>
        <p:nvSpPr>
          <p:cNvPr id="1048695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/>
              <a:pPr lvl="0">
                <a:buNone/>
              </a:pPr>
            </a:fld>
            <a:endParaRPr altLang="en-US" sz="1400" lang="zh-CN"/>
          </a:p>
        </p:txBody>
      </p:sp>
      <p:sp>
        <p:nvSpPr>
          <p:cNvPr id="1048696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/>
              <a:pPr algn="r" lvl="0"/>
            </a:fld>
            <a:endParaRPr altLang="en-US" sz="1400" lang="zh-CN"/>
          </a:p>
        </p:txBody>
      </p:sp>
      <p:sp>
        <p:nvSpPr>
          <p:cNvPr id="1048697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/>
              <a:pPr lvl="0">
                <a:buNone/>
              </a:pPr>
            </a:fld>
            <a:endParaRPr altLang="en-US" sz="1400" lang="zh-CN"/>
          </a:p>
        </p:txBody>
      </p:sp>
      <p:sp>
        <p:nvSpPr>
          <p:cNvPr id="1048582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/>
              <a:pPr algn="r" lvl="0"/>
            </a:fld>
            <a:endParaRPr altLang="en-US" sz="1400" lang="zh-CN"/>
          </a:p>
        </p:txBody>
      </p:sp>
      <p:sp>
        <p:nvSpPr>
          <p:cNvPr id="1048583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和标题">
    <p:spTree>
      <p:nvGrpSpPr>
        <p:cNvPr id="1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单击此处编辑母版标题样式</a:t>
            </a:r>
            <a:endParaRPr altLang="en-US" lang="zh-CN"/>
          </a:p>
        </p:txBody>
      </p:sp>
      <p:sp>
        <p:nvSpPr>
          <p:cNvPr id="104873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单击此处编辑母版文本样式</a:t>
            </a:r>
          </a:p>
        </p:txBody>
      </p:sp>
      <p:sp>
        <p:nvSpPr>
          <p:cNvPr id="1048740" name="Content Placeholder 2"/>
          <p:cNvSpPr>
            <a:spLocks noGrp="1"/>
          </p:cNvSpPr>
          <p:nvPr>
            <p:ph idx="1"/>
          </p:nvPr>
        </p:nvSpPr>
        <p:spPr>
          <a:xfrm>
            <a:off x="5183188" y="987424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zh-CN" lang="en-US" smtClean="0"/>
              <a:t>单击此处编辑母版文本样式</a:t>
            </a:r>
          </a:p>
          <a:p>
            <a:pPr lvl="1"/>
            <a:r>
              <a:rPr altLang="zh-CN" lang="en-US" smtClean="0"/>
              <a:t>第二级</a:t>
            </a:r>
          </a:p>
          <a:p>
            <a:pPr lvl="2"/>
            <a:r>
              <a:rPr altLang="zh-CN" lang="en-US" smtClean="0"/>
              <a:t>第三级</a:t>
            </a:r>
          </a:p>
          <a:p>
            <a:pPr lvl="3"/>
            <a:r>
              <a:rPr altLang="zh-CN" lang="en-US" smtClean="0"/>
              <a:t>第四级</a:t>
            </a:r>
          </a:p>
          <a:p>
            <a:pPr lvl="4"/>
            <a:r>
              <a:rPr altLang="zh-CN" lang="en-US" smtClean="0"/>
              <a:t>第五级</a:t>
            </a:r>
          </a:p>
        </p:txBody>
      </p:sp>
      <p:sp>
        <p:nvSpPr>
          <p:cNvPr id="1048741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/>
              <a:pPr lvl="0">
                <a:buNone/>
              </a:pPr>
            </a:fld>
            <a:endParaRPr altLang="en-US" sz="1400" lang="zh-CN"/>
          </a:p>
        </p:txBody>
      </p:sp>
      <p:sp>
        <p:nvSpPr>
          <p:cNvPr id="1048742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/>
              <a:pPr algn="r" lvl="0"/>
            </a:fld>
            <a:endParaRPr altLang="en-US" sz="1400" lang="zh-CN"/>
          </a:p>
        </p:txBody>
      </p:sp>
      <p:sp>
        <p:nvSpPr>
          <p:cNvPr id="1048743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和标题"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单击此处编辑母版标题样式</a:t>
            </a:r>
            <a:endParaRPr altLang="en-US" lang="zh-CN"/>
          </a:p>
        </p:txBody>
      </p:sp>
      <p:sp>
        <p:nvSpPr>
          <p:cNvPr id="104870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单击此处编辑母版文本样式</a:t>
            </a:r>
          </a:p>
        </p:txBody>
      </p:sp>
      <p:sp>
        <p:nvSpPr>
          <p:cNvPr id="1048710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4"/>
            <a:ext cx="6172199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0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altLang="en-US" lang="zh-CN"/>
          </a:p>
        </p:txBody>
      </p:sp>
      <p:sp>
        <p:nvSpPr>
          <p:cNvPr id="1048711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/>
              <a:pPr lvl="0">
                <a:buNone/>
              </a:pPr>
            </a:fld>
            <a:endParaRPr altLang="en-US" sz="1400" lang="zh-CN"/>
          </a:p>
        </p:txBody>
      </p:sp>
      <p:sp>
        <p:nvSpPr>
          <p:cNvPr id="1048712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/>
              <a:pPr algn="r" lvl="0"/>
            </a:fld>
            <a:endParaRPr altLang="en-US" sz="1400" lang="zh-CN"/>
          </a:p>
        </p:txBody>
      </p:sp>
      <p:sp>
        <p:nvSpPr>
          <p:cNvPr id="1048713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单击此处编辑母版标题样式</a:t>
            </a:r>
            <a:endParaRPr altLang="en-US" lang="zh-CN"/>
          </a:p>
        </p:txBody>
      </p:sp>
      <p:sp>
        <p:nvSpPr>
          <p:cNvPr id="104871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zh-CN" lang="en-US" smtClean="0"/>
              <a:t>单击此处编辑母版文本样式</a:t>
            </a:r>
          </a:p>
          <a:p>
            <a:pPr lvl="1"/>
            <a:r>
              <a:rPr altLang="zh-CN" lang="en-US" smtClean="0"/>
              <a:t>第二级</a:t>
            </a:r>
          </a:p>
          <a:p>
            <a:pPr lvl="2"/>
            <a:r>
              <a:rPr altLang="zh-CN" lang="en-US" smtClean="0"/>
              <a:t>第三级</a:t>
            </a:r>
          </a:p>
          <a:p>
            <a:pPr lvl="3"/>
            <a:r>
              <a:rPr altLang="zh-CN" lang="en-US" smtClean="0"/>
              <a:t>第四级</a:t>
            </a:r>
          </a:p>
          <a:p>
            <a:pPr lvl="4"/>
            <a:r>
              <a:rPr altLang="zh-CN" lang="en-US" smtClean="0"/>
              <a:t>第五级</a:t>
            </a:r>
          </a:p>
        </p:txBody>
      </p:sp>
      <p:sp>
        <p:nvSpPr>
          <p:cNvPr id="1048716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/>
              <a:pPr lvl="0">
                <a:buNone/>
              </a:pPr>
            </a:fld>
            <a:endParaRPr altLang="en-US" sz="1400" lang="zh-CN"/>
          </a:p>
        </p:txBody>
      </p:sp>
      <p:sp>
        <p:nvSpPr>
          <p:cNvPr id="1048717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/>
              <a:pPr algn="r" lvl="0"/>
            </a:fld>
            <a:endParaRPr altLang="en-US" sz="1400" lang="zh-CN"/>
          </a:p>
        </p:txBody>
      </p:sp>
      <p:sp>
        <p:nvSpPr>
          <p:cNvPr id="1048718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垂直排列标题与文本"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altLang="zh-CN" lang="en-US" smtClean="0"/>
              <a:t>单击此处编辑母版标题样式</a:t>
            </a:r>
            <a:endParaRPr altLang="en-US" lang="zh-CN"/>
          </a:p>
        </p:txBody>
      </p:sp>
      <p:sp>
        <p:nvSpPr>
          <p:cNvPr id="104869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altLang="zh-CN" lang="en-US" smtClean="0"/>
              <a:t>单击此处编辑母版文本样式</a:t>
            </a:r>
          </a:p>
          <a:p>
            <a:pPr lvl="1"/>
            <a:r>
              <a:rPr altLang="zh-CN" lang="en-US" smtClean="0"/>
              <a:t>第二级</a:t>
            </a:r>
          </a:p>
          <a:p>
            <a:pPr lvl="2"/>
            <a:r>
              <a:rPr altLang="zh-CN" lang="en-US" smtClean="0"/>
              <a:t>第三级</a:t>
            </a:r>
          </a:p>
          <a:p>
            <a:pPr lvl="3"/>
            <a:r>
              <a:rPr altLang="zh-CN" lang="en-US" smtClean="0"/>
              <a:t>第四级</a:t>
            </a:r>
          </a:p>
          <a:p>
            <a:pPr lvl="4"/>
            <a:r>
              <a:rPr altLang="zh-CN" lang="en-US" smtClean="0"/>
              <a:t>第五级</a:t>
            </a:r>
          </a:p>
        </p:txBody>
      </p:sp>
      <p:sp>
        <p:nvSpPr>
          <p:cNvPr id="1048700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/>
              <a:pPr lvl="0">
                <a:buNone/>
              </a:pPr>
            </a:fld>
            <a:endParaRPr altLang="en-US" sz="1400" lang="zh-CN"/>
          </a:p>
        </p:txBody>
      </p:sp>
      <p:sp>
        <p:nvSpPr>
          <p:cNvPr id="1048701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/>
              <a:pPr algn="r" lvl="0"/>
            </a:fld>
            <a:endParaRPr altLang="en-US" sz="1400" lang="zh-CN"/>
          </a:p>
        </p:txBody>
      </p:sp>
      <p:sp>
        <p:nvSpPr>
          <p:cNvPr id="1048702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单击此处编辑母版标题样式</a:t>
            </a:r>
            <a:endParaRPr altLang="en-US" lang="zh-CN"/>
          </a:p>
        </p:txBody>
      </p:sp>
      <p:sp>
        <p:nvSpPr>
          <p:cNvPr id="1048640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zh-CN" lang="en-US" smtClean="0"/>
              <a:t>单击此处编辑母版副标题样式</a:t>
            </a:r>
            <a:endParaRPr altLang="en-US" lang="zh-CN"/>
          </a:p>
        </p:txBody>
      </p:sp>
      <p:sp>
        <p:nvSpPr>
          <p:cNvPr id="1048641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>
                <a:latin typeface="Arial" pitchFamily="34" charset="0"/>
                <a:ea typeface="宋体" pitchFamily="2" charset="-122"/>
              </a:rPr>
              <a:pPr lvl="0">
                <a:buNone/>
              </a:pPr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42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>
                <a:latin typeface="Arial" pitchFamily="34" charset="0"/>
                <a:ea typeface="宋体" pitchFamily="2" charset="-122"/>
              </a:rPr>
              <a:pPr algn="r" lvl="0"/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43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>
              <a:latin typeface="Arial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单击此处编辑母版标题样式</a:t>
            </a:r>
            <a:endParaRPr altLang="en-US" lang="zh-CN"/>
          </a:p>
        </p:txBody>
      </p:sp>
      <p:sp>
        <p:nvSpPr>
          <p:cNvPr id="104863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zh-CN" lang="en-US" smtClean="0"/>
              <a:t>单击此处编辑母版文本样式</a:t>
            </a:r>
          </a:p>
          <a:p>
            <a:pPr lvl="1"/>
            <a:r>
              <a:rPr altLang="zh-CN" lang="en-US" smtClean="0"/>
              <a:t>第二级</a:t>
            </a:r>
          </a:p>
          <a:p>
            <a:pPr lvl="2"/>
            <a:r>
              <a:rPr altLang="zh-CN" lang="en-US" smtClean="0"/>
              <a:t>第三级</a:t>
            </a:r>
          </a:p>
          <a:p>
            <a:pPr lvl="3"/>
            <a:r>
              <a:rPr altLang="zh-CN" lang="en-US" smtClean="0"/>
              <a:t>第四级</a:t>
            </a:r>
          </a:p>
          <a:p>
            <a:pPr lvl="4"/>
            <a:r>
              <a:rPr altLang="zh-CN" lang="en-US" smtClean="0"/>
              <a:t>第五级</a:t>
            </a:r>
          </a:p>
        </p:txBody>
      </p:sp>
      <p:sp>
        <p:nvSpPr>
          <p:cNvPr id="1048636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>
                <a:latin typeface="Arial" pitchFamily="34" charset="0"/>
                <a:ea typeface="宋体" pitchFamily="2" charset="-122"/>
              </a:rPr>
              <a:pPr lvl="0">
                <a:buNone/>
              </a:pPr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37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>
                <a:latin typeface="Arial" pitchFamily="34" charset="0"/>
                <a:ea typeface="宋体" pitchFamily="2" charset="-122"/>
              </a:rPr>
              <a:pPr algn="r" lvl="0"/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38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>
              <a:latin typeface="Arial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单击此处编辑母版标题样式</a:t>
            </a:r>
            <a:endParaRPr altLang="en-US" lang="zh-CN"/>
          </a:p>
        </p:txBody>
      </p:sp>
      <p:sp>
        <p:nvSpPr>
          <p:cNvPr id="1048667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/>
            </a:lvl1pPr>
            <a:lvl2pPr indent="0" marL="457200">
              <a:buNone/>
              <a:defRPr sz="2000"/>
            </a:lvl2pPr>
            <a:lvl3pPr indent="0" marL="914400">
              <a:buNone/>
              <a:defRPr sz="18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pPr lvl="0"/>
            <a:r>
              <a:rPr altLang="zh-CN" lang="en-US" smtClean="0"/>
              <a:t>单击此处编辑母版文本样式</a:t>
            </a:r>
          </a:p>
        </p:txBody>
      </p:sp>
      <p:sp>
        <p:nvSpPr>
          <p:cNvPr id="1048668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>
                <a:latin typeface="Arial" pitchFamily="34" charset="0"/>
                <a:ea typeface="宋体" pitchFamily="2" charset="-122"/>
              </a:rPr>
              <a:pPr lvl="0">
                <a:buNone/>
              </a:pPr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69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>
                <a:latin typeface="Arial" pitchFamily="34" charset="0"/>
                <a:ea typeface="宋体" pitchFamily="2" charset="-122"/>
              </a:rPr>
              <a:pPr algn="r" lvl="0"/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70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>
              <a:latin typeface="Arial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单击此处编辑母版标题样式</a:t>
            </a:r>
            <a:endParaRPr altLang="en-US" lang="zh-CN"/>
          </a:p>
        </p:txBody>
      </p:sp>
      <p:sp>
        <p:nvSpPr>
          <p:cNvPr id="1048661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altLang="zh-CN" lang="en-US" smtClean="0"/>
              <a:t>单击此处编辑母版文本样式</a:t>
            </a:r>
          </a:p>
          <a:p>
            <a:pPr lvl="1"/>
            <a:r>
              <a:rPr altLang="zh-CN" lang="en-US" smtClean="0"/>
              <a:t>第二级</a:t>
            </a:r>
          </a:p>
          <a:p>
            <a:pPr lvl="2"/>
            <a:r>
              <a:rPr altLang="zh-CN" lang="en-US" smtClean="0"/>
              <a:t>第三级</a:t>
            </a:r>
          </a:p>
          <a:p>
            <a:pPr lvl="3"/>
            <a:r>
              <a:rPr altLang="zh-CN" lang="en-US" smtClean="0"/>
              <a:t>第四级</a:t>
            </a:r>
          </a:p>
          <a:p>
            <a:pPr lvl="4"/>
            <a:r>
              <a:rPr altLang="zh-CN" lang="en-US" smtClean="0"/>
              <a:t>第五级</a:t>
            </a:r>
          </a:p>
        </p:txBody>
      </p:sp>
      <p:sp>
        <p:nvSpPr>
          <p:cNvPr id="1048662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181600" cy="4351338"/>
          </a:xfrm>
        </p:spPr>
        <p:txBody>
          <a:bodyPr/>
          <a:p>
            <a:pPr lvl="0"/>
            <a:r>
              <a:rPr altLang="zh-CN" lang="en-US" smtClean="0"/>
              <a:t>单击此处编辑母版文本样式</a:t>
            </a:r>
          </a:p>
          <a:p>
            <a:pPr lvl="1"/>
            <a:r>
              <a:rPr altLang="zh-CN" lang="en-US" smtClean="0"/>
              <a:t>第二级</a:t>
            </a:r>
          </a:p>
          <a:p>
            <a:pPr lvl="2"/>
            <a:r>
              <a:rPr altLang="zh-CN" lang="en-US" smtClean="0"/>
              <a:t>第三级</a:t>
            </a:r>
          </a:p>
          <a:p>
            <a:pPr lvl="3"/>
            <a:r>
              <a:rPr altLang="zh-CN" lang="en-US" smtClean="0"/>
              <a:t>第四级</a:t>
            </a:r>
          </a:p>
          <a:p>
            <a:pPr lvl="4"/>
            <a:r>
              <a:rPr altLang="zh-CN" lang="en-US" smtClean="0"/>
              <a:t>第五级</a:t>
            </a:r>
          </a:p>
        </p:txBody>
      </p:sp>
      <p:sp>
        <p:nvSpPr>
          <p:cNvPr id="1048663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>
                <a:latin typeface="Arial" pitchFamily="34" charset="0"/>
                <a:ea typeface="宋体" pitchFamily="2" charset="-122"/>
              </a:rPr>
              <a:pPr lvl="0">
                <a:buNone/>
              </a:pPr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64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>
                <a:latin typeface="Arial" pitchFamily="34" charset="0"/>
                <a:ea typeface="宋体" pitchFamily="2" charset="-122"/>
              </a:rPr>
              <a:pPr algn="r" lvl="0"/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65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>
              <a:latin typeface="Arial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altLang="zh-CN" lang="en-US" smtClean="0"/>
              <a:t>单击此处编辑母版标题样式</a:t>
            </a:r>
            <a:endParaRPr altLang="en-US" lang="zh-CN"/>
          </a:p>
        </p:txBody>
      </p:sp>
      <p:sp>
        <p:nvSpPr>
          <p:cNvPr id="1048682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单击此处编辑母版文本样式</a:t>
            </a:r>
          </a:p>
        </p:txBody>
      </p:sp>
      <p:sp>
        <p:nvSpPr>
          <p:cNvPr id="1048683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altLang="zh-CN" lang="en-US" smtClean="0"/>
              <a:t>单击此处编辑母版文本样式</a:t>
            </a:r>
          </a:p>
          <a:p>
            <a:pPr lvl="1"/>
            <a:r>
              <a:rPr altLang="zh-CN" lang="en-US" smtClean="0"/>
              <a:t>第二级</a:t>
            </a:r>
          </a:p>
          <a:p>
            <a:pPr lvl="2"/>
            <a:r>
              <a:rPr altLang="zh-CN" lang="en-US" smtClean="0"/>
              <a:t>第三级</a:t>
            </a:r>
          </a:p>
          <a:p>
            <a:pPr lvl="3"/>
            <a:r>
              <a:rPr altLang="zh-CN" lang="en-US" smtClean="0"/>
              <a:t>第四级</a:t>
            </a:r>
          </a:p>
          <a:p>
            <a:pPr lvl="4"/>
            <a:r>
              <a:rPr altLang="zh-CN" lang="en-US" smtClean="0"/>
              <a:t>第五级</a:t>
            </a:r>
          </a:p>
        </p:txBody>
      </p:sp>
      <p:sp>
        <p:nvSpPr>
          <p:cNvPr id="104868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199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单击此处编辑母版文本样式</a:t>
            </a:r>
          </a:p>
        </p:txBody>
      </p:sp>
      <p:sp>
        <p:nvSpPr>
          <p:cNvPr id="1048685" name="Content Placeholder 5"/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183188" cy="3684588"/>
          </a:xfrm>
        </p:spPr>
        <p:txBody>
          <a:bodyPr/>
          <a:p>
            <a:pPr lvl="0"/>
            <a:r>
              <a:rPr altLang="zh-CN" lang="en-US" smtClean="0"/>
              <a:t>单击此处编辑母版文本样式</a:t>
            </a:r>
          </a:p>
          <a:p>
            <a:pPr lvl="1"/>
            <a:r>
              <a:rPr altLang="zh-CN" lang="en-US" smtClean="0"/>
              <a:t>第二级</a:t>
            </a:r>
          </a:p>
          <a:p>
            <a:pPr lvl="2"/>
            <a:r>
              <a:rPr altLang="zh-CN" lang="en-US" smtClean="0"/>
              <a:t>第三级</a:t>
            </a:r>
          </a:p>
          <a:p>
            <a:pPr lvl="3"/>
            <a:r>
              <a:rPr altLang="zh-CN" lang="en-US" smtClean="0"/>
              <a:t>第四级</a:t>
            </a:r>
          </a:p>
          <a:p>
            <a:pPr lvl="4"/>
            <a:r>
              <a:rPr altLang="zh-CN" lang="en-US" smtClean="0"/>
              <a:t>第五级</a:t>
            </a:r>
          </a:p>
        </p:txBody>
      </p:sp>
      <p:sp>
        <p:nvSpPr>
          <p:cNvPr id="1048686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>
                <a:latin typeface="Arial" pitchFamily="34" charset="0"/>
                <a:ea typeface="宋体" pitchFamily="2" charset="-122"/>
              </a:rPr>
              <a:pPr lvl="0">
                <a:buNone/>
              </a:pPr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87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>
                <a:latin typeface="Arial" pitchFamily="34" charset="0"/>
                <a:ea typeface="宋体" pitchFamily="2" charset="-122"/>
              </a:rPr>
              <a:pPr algn="r" lvl="0"/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88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>
              <a:latin typeface="Arial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单击此处编辑母版标题样式</a:t>
            </a:r>
            <a:endParaRPr altLang="en-US" lang="zh-CN"/>
          </a:p>
        </p:txBody>
      </p:sp>
      <p:sp>
        <p:nvSpPr>
          <p:cNvPr id="1048678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>
                <a:latin typeface="Arial" pitchFamily="34" charset="0"/>
                <a:ea typeface="宋体" pitchFamily="2" charset="-122"/>
              </a:rPr>
              <a:pPr lvl="0">
                <a:buNone/>
              </a:pPr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79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>
                <a:latin typeface="Arial" pitchFamily="34" charset="0"/>
                <a:ea typeface="宋体" pitchFamily="2" charset="-122"/>
              </a:rPr>
              <a:pPr algn="r" lvl="0"/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80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>
              <a:latin typeface="Arial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>
                <a:latin typeface="Arial" pitchFamily="34" charset="0"/>
                <a:ea typeface="宋体" pitchFamily="2" charset="-122"/>
              </a:rPr>
              <a:pPr lvl="0">
                <a:buNone/>
              </a:pPr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593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>
                <a:latin typeface="Arial" pitchFamily="34" charset="0"/>
                <a:ea typeface="宋体" pitchFamily="2" charset="-122"/>
              </a:rPr>
              <a:pPr algn="r" lvl="0"/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594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>
              <a:latin typeface="Arial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和标题">
    <p:spTree>
      <p:nvGrpSpPr>
        <p:cNvPr id="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单击此处编辑母版标题样式</a:t>
            </a:r>
            <a:endParaRPr altLang="en-US" lang="zh-CN"/>
          </a:p>
        </p:txBody>
      </p:sp>
      <p:sp>
        <p:nvSpPr>
          <p:cNvPr id="1048672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单击此处编辑母版文本样式</a:t>
            </a:r>
          </a:p>
        </p:txBody>
      </p:sp>
      <p:sp>
        <p:nvSpPr>
          <p:cNvPr id="1048673" name="Content Placeholder 2"/>
          <p:cNvSpPr>
            <a:spLocks noGrp="1"/>
          </p:cNvSpPr>
          <p:nvPr>
            <p:ph idx="1"/>
          </p:nvPr>
        </p:nvSpPr>
        <p:spPr>
          <a:xfrm>
            <a:off x="5183188" y="987424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zh-CN" lang="en-US" smtClean="0"/>
              <a:t>单击此处编辑母版文本样式</a:t>
            </a:r>
          </a:p>
          <a:p>
            <a:pPr lvl="1"/>
            <a:r>
              <a:rPr altLang="zh-CN" lang="en-US" smtClean="0"/>
              <a:t>第二级</a:t>
            </a:r>
          </a:p>
          <a:p>
            <a:pPr lvl="2"/>
            <a:r>
              <a:rPr altLang="zh-CN" lang="en-US" smtClean="0"/>
              <a:t>第三级</a:t>
            </a:r>
          </a:p>
          <a:p>
            <a:pPr lvl="3"/>
            <a:r>
              <a:rPr altLang="zh-CN" lang="en-US" smtClean="0"/>
              <a:t>第四级</a:t>
            </a:r>
          </a:p>
          <a:p>
            <a:pPr lvl="4"/>
            <a:r>
              <a:rPr altLang="zh-CN" lang="en-US" smtClean="0"/>
              <a:t>第五级</a:t>
            </a:r>
          </a:p>
        </p:txBody>
      </p:sp>
      <p:sp>
        <p:nvSpPr>
          <p:cNvPr id="1048674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>
                <a:latin typeface="Arial" pitchFamily="34" charset="0"/>
                <a:ea typeface="宋体" pitchFamily="2" charset="-122"/>
              </a:rPr>
              <a:pPr lvl="0">
                <a:buNone/>
              </a:pPr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75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>
                <a:latin typeface="Arial" pitchFamily="34" charset="0"/>
                <a:ea typeface="宋体" pitchFamily="2" charset="-122"/>
              </a:rPr>
              <a:pPr algn="r" lvl="0"/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76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>
              <a:latin typeface="Arial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和标题"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单击此处编辑母版标题样式</a:t>
            </a:r>
            <a:endParaRPr altLang="en-US" lang="zh-CN"/>
          </a:p>
        </p:txBody>
      </p:sp>
      <p:sp>
        <p:nvSpPr>
          <p:cNvPr id="1048645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单击此处编辑母版文本样式</a:t>
            </a:r>
          </a:p>
        </p:txBody>
      </p:sp>
      <p:sp>
        <p:nvSpPr>
          <p:cNvPr id="1048646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4"/>
            <a:ext cx="6172199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0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altLang="en-US" lang="zh-CN"/>
          </a:p>
        </p:txBody>
      </p:sp>
      <p:sp>
        <p:nvSpPr>
          <p:cNvPr id="1048647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>
                <a:latin typeface="Arial" pitchFamily="34" charset="0"/>
                <a:ea typeface="宋体" pitchFamily="2" charset="-122"/>
              </a:rPr>
              <a:pPr lvl="0">
                <a:buNone/>
              </a:pPr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48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>
                <a:latin typeface="Arial" pitchFamily="34" charset="0"/>
                <a:ea typeface="宋体" pitchFamily="2" charset="-122"/>
              </a:rPr>
              <a:pPr algn="r" lvl="0"/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49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>
              <a:latin typeface="Arial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单击此处编辑母版标题样式</a:t>
            </a:r>
            <a:endParaRPr altLang="en-US" lang="zh-CN"/>
          </a:p>
        </p:txBody>
      </p:sp>
      <p:sp>
        <p:nvSpPr>
          <p:cNvPr id="104865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zh-CN" lang="en-US" smtClean="0"/>
              <a:t>单击此处编辑母版文本样式</a:t>
            </a:r>
          </a:p>
          <a:p>
            <a:pPr lvl="1"/>
            <a:r>
              <a:rPr altLang="zh-CN" lang="en-US" smtClean="0"/>
              <a:t>第二级</a:t>
            </a:r>
          </a:p>
          <a:p>
            <a:pPr lvl="2"/>
            <a:r>
              <a:rPr altLang="zh-CN" lang="en-US" smtClean="0"/>
              <a:t>第三级</a:t>
            </a:r>
          </a:p>
          <a:p>
            <a:pPr lvl="3"/>
            <a:r>
              <a:rPr altLang="zh-CN" lang="en-US" smtClean="0"/>
              <a:t>第四级</a:t>
            </a:r>
          </a:p>
          <a:p>
            <a:pPr lvl="4"/>
            <a:r>
              <a:rPr altLang="zh-CN" lang="en-US" smtClean="0"/>
              <a:t>第五级</a:t>
            </a:r>
          </a:p>
        </p:txBody>
      </p:sp>
      <p:sp>
        <p:nvSpPr>
          <p:cNvPr id="1048652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>
                <a:latin typeface="Arial" pitchFamily="34" charset="0"/>
                <a:ea typeface="宋体" pitchFamily="2" charset="-122"/>
              </a:rPr>
              <a:pPr lvl="0">
                <a:buNone/>
              </a:pPr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53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>
                <a:latin typeface="Arial" pitchFamily="34" charset="0"/>
                <a:ea typeface="宋体" pitchFamily="2" charset="-122"/>
              </a:rPr>
              <a:pPr algn="r" lvl="0"/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54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>
              <a:latin typeface="Arial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垂直排列标题与文本"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altLang="zh-CN" lang="en-US" smtClean="0"/>
              <a:t>单击此处编辑母版标题样式</a:t>
            </a:r>
            <a:endParaRPr altLang="en-US" lang="zh-CN"/>
          </a:p>
        </p:txBody>
      </p:sp>
      <p:sp>
        <p:nvSpPr>
          <p:cNvPr id="104865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altLang="zh-CN" lang="en-US" smtClean="0"/>
              <a:t>单击此处编辑母版文本样式</a:t>
            </a:r>
          </a:p>
          <a:p>
            <a:pPr lvl="1"/>
            <a:r>
              <a:rPr altLang="zh-CN" lang="en-US" smtClean="0"/>
              <a:t>第二级</a:t>
            </a:r>
          </a:p>
          <a:p>
            <a:pPr lvl="2"/>
            <a:r>
              <a:rPr altLang="zh-CN" lang="en-US" smtClean="0"/>
              <a:t>第三级</a:t>
            </a:r>
          </a:p>
          <a:p>
            <a:pPr lvl="3"/>
            <a:r>
              <a:rPr altLang="zh-CN" lang="en-US" smtClean="0"/>
              <a:t>第四级</a:t>
            </a:r>
          </a:p>
          <a:p>
            <a:pPr lvl="4"/>
            <a:r>
              <a:rPr altLang="zh-CN" lang="en-US" smtClean="0"/>
              <a:t>第五级</a:t>
            </a:r>
          </a:p>
        </p:txBody>
      </p:sp>
      <p:sp>
        <p:nvSpPr>
          <p:cNvPr id="1048657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>
                <a:latin typeface="Arial" pitchFamily="34" charset="0"/>
                <a:ea typeface="宋体" pitchFamily="2" charset="-122"/>
              </a:rPr>
              <a:pPr lvl="0">
                <a:buNone/>
              </a:pPr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58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>
                <a:latin typeface="Arial" pitchFamily="34" charset="0"/>
                <a:ea typeface="宋体" pitchFamily="2" charset="-122"/>
              </a:rPr>
              <a:pPr algn="r" lvl="0"/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59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>
              <a:latin typeface="Arial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jpeg"/><Relationship Id="rId13" Type="http://schemas.openxmlformats.org/officeDocument/2006/relationships/image" Target="../media/image2.jpeg"/><Relationship Id="rId14" Type="http://schemas.openxmlformats.org/officeDocument/2006/relationships/image" Target="../media/image3.png"/><Relationship Id="rId15" Type="http://schemas.openxmlformats.org/officeDocument/2006/relationships/image" Target="../media/image4.png"/><Relationship Id="rId16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image" Target="../media/image1.jpeg"/><Relationship Id="rId13" Type="http://schemas.openxmlformats.org/officeDocument/2006/relationships/image" Target="../media/image2.jpeg"/><Relationship Id="rId14" Type="http://schemas.openxmlformats.org/officeDocument/2006/relationships/image" Target="../media/image3.png"/><Relationship Id="rId15" Type="http://schemas.openxmlformats.org/officeDocument/2006/relationships/image" Target="../media/image4.png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1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52" name="Picture 2" descr="C:\Users\iamisis\Desktop\00.jpg"/>
          <p:cNvPicPr>
            <a:picLocks/>
          </p:cNvPicPr>
          <p:nvPr/>
        </p:nvPicPr>
        <p:blipFill>
          <a:blip xmlns:r="http://schemas.openxmlformats.org/officeDocument/2006/relationships" r:embed="rId12"/>
          <a:srcRect l="0" t="0" r="0" b="0"/>
          <a:stretch>
            <a:fillRect/>
          </a:stretch>
        </p:blipFill>
        <p:spPr>
          <a:xfrm rot="0">
            <a:off x="0" y="0"/>
            <a:ext cx="12192000" cy="6892925"/>
          </a:xfrm>
          <a:prstGeom prst="rect"/>
          <a:noFill/>
          <a:ln>
            <a:noFill/>
          </a:ln>
        </p:spPr>
      </p:pic>
      <p:sp>
        <p:nvSpPr>
          <p:cNvPr id="1048576" name="Rectangle 2"/>
          <p:cNvSpPr/>
          <p:nvPr>
            <p:ph type="title" sz="full" idx="4294967295"/>
          </p:nvPr>
        </p:nvSpPr>
        <p:spPr>
          <a:xfrm rot="0">
            <a:off x="609600" y="274637"/>
            <a:ext cx="109728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p>
            <a:pPr lvl="0"/>
            <a:r>
              <a:rPr altLang="en-US" lang="zh-CN"/>
              <a:t>单击此处编辑母版标题样式</a:t>
            </a:r>
          </a:p>
        </p:txBody>
      </p:sp>
      <p:sp>
        <p:nvSpPr>
          <p:cNvPr id="1048577" name="Rectangle 3"/>
          <p:cNvSpPr/>
          <p:nvPr>
            <p:ph type="body" sz="full" idx="4294967295"/>
          </p:nvPr>
        </p:nvSpPr>
        <p:spPr>
          <a:xfrm rot="0">
            <a:off x="609600" y="1600200"/>
            <a:ext cx="10972800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578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/>
              <a:pPr lvl="0">
                <a:buNone/>
              </a:pPr>
            </a:fld>
            <a:endParaRPr altLang="en-US" sz="1400" lang="zh-CN"/>
          </a:p>
        </p:txBody>
      </p:sp>
      <p:sp>
        <p:nvSpPr>
          <p:cNvPr id="1048579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/>
          </a:p>
        </p:txBody>
      </p:sp>
      <p:sp>
        <p:nvSpPr>
          <p:cNvPr id="1048580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/>
              <a:pPr algn="r" lvl="0"/>
            </a:fld>
            <a:endParaRPr altLang="en-US" sz="1400" lang="zh-CN"/>
          </a:p>
        </p:txBody>
      </p:sp>
      <p:pic>
        <p:nvPicPr>
          <p:cNvPr id="2097153" name="图片 3" descr=""/>
          <p:cNvPicPr>
            <a:picLocks/>
          </p:cNvPicPr>
          <p:nvPr/>
        </p:nvPicPr>
        <p:blipFill>
          <a:blip xmlns:r="http://schemas.openxmlformats.org/officeDocument/2006/relationships" r:embed="rId13"/>
          <a:srcRect l="0" t="0" r="0" b="0"/>
          <a:stretch>
            <a:fillRect/>
          </a:stretch>
        </p:blipFill>
        <p:spPr>
          <a:xfrm rot="0">
            <a:off x="22225" y="0"/>
            <a:ext cx="12147550" cy="6858000"/>
          </a:xfrm>
          <a:prstGeom prst="rect"/>
          <a:noFill/>
          <a:ln>
            <a:noFill/>
          </a:ln>
        </p:spPr>
      </p:pic>
      <p:pic>
        <p:nvPicPr>
          <p:cNvPr id="2097154" name="图片 3" descr=""/>
          <p:cNvPicPr>
            <a:picLocks/>
          </p:cNvPicPr>
          <p:nvPr/>
        </p:nvPicPr>
        <p:blipFill>
          <a:blip xmlns:r="http://schemas.openxmlformats.org/officeDocument/2006/relationships" r:embed="rId14"/>
          <a:srcRect l="0" t="0" r="0" b="0"/>
          <a:stretch>
            <a:fillRect/>
          </a:stretch>
        </p:blipFill>
        <p:spPr>
          <a:xfrm rot="0">
            <a:off x="479425" y="134937"/>
            <a:ext cx="2381250" cy="1123950"/>
          </a:xfrm>
          <a:prstGeom prst="rect"/>
          <a:noFill/>
          <a:ln>
            <a:noFill/>
          </a:ln>
        </p:spPr>
      </p:pic>
      <p:pic>
        <p:nvPicPr>
          <p:cNvPr id="2097155" name="图片 4" descr=""/>
          <p:cNvPicPr>
            <a:picLocks/>
          </p:cNvPicPr>
          <p:nvPr/>
        </p:nvPicPr>
        <p:blipFill>
          <a:blip xmlns:r="http://schemas.openxmlformats.org/officeDocument/2006/relationships" r:embed="rId15"/>
          <a:srcRect l="0" t="0" r="0" b="0"/>
          <a:stretch>
            <a:fillRect/>
          </a:stretch>
        </p:blipFill>
        <p:spPr>
          <a:xfrm rot="0">
            <a:off x="479425" y="115887"/>
            <a:ext cx="1368425" cy="547687"/>
          </a:xfrm>
          <a:prstGeom prst="rect"/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dt="0" ftr="0" hdr="1" sldNum="0"/>
  <p:txStyles>
    <p:titleStyle>
      <a:lvl1pPr algn="ctr" eaLnBrk="0" fontAlgn="base" hangingPunct="0" indent="0" latinLnBrk="0" marL="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4400">
          <a:solidFill>
            <a:schemeClr val="lt2"/>
          </a:solidFill>
          <a:latin typeface="Arial" pitchFamily="34" charset="0"/>
          <a:ea typeface="宋体" pitchFamily="2" charset="-122"/>
        </a:defRPr>
      </a:lvl1pPr>
    </p:titleStyle>
    <p:bodyStyle>
      <a:lvl1pPr algn="l" eaLnBrk="0" fontAlgn="base" hangingPunct="0" indent="-342900" latinLnBrk="0" marL="342900" rtl="0">
        <a:lnSpc>
          <a:spcPct val="115000"/>
        </a:lnSpc>
        <a:spcBef>
          <a:spcPct val="15000"/>
        </a:spcBef>
        <a:spcAft>
          <a:spcPct val="0"/>
        </a:spcAft>
        <a:buFontTx/>
        <a:buNone/>
        <a:defRPr sz="3200">
          <a:solidFill>
            <a:schemeClr val="dk1"/>
          </a:solidFill>
          <a:latin typeface="Arial" pitchFamily="34" charset="0"/>
          <a:ea typeface="宋体" pitchFamily="2" charset="-122"/>
        </a:defRPr>
      </a:lvl1pPr>
      <a:lvl2pPr algn="l" eaLnBrk="0" fontAlgn="base" hangingPunct="0" indent="-285750" latinLnBrk="0" marL="742950" rtl="0">
        <a:lnSpc>
          <a:spcPct val="115000"/>
        </a:lnSpc>
        <a:spcBef>
          <a:spcPct val="15000"/>
        </a:spcBef>
        <a:spcAft>
          <a:spcPct val="0"/>
        </a:spcAft>
        <a:buFontTx/>
        <a:buNone/>
        <a:defRPr sz="2800">
          <a:solidFill>
            <a:schemeClr val="dk1"/>
          </a:solidFill>
          <a:latin typeface="Arial" pitchFamily="34" charset="0"/>
          <a:ea typeface="宋体" pitchFamily="2" charset="-122"/>
        </a:defRPr>
      </a:lvl2pPr>
      <a:lvl3pPr algn="l" eaLnBrk="0" fontAlgn="base" hangingPunct="0" indent="-228600" latinLnBrk="0" marL="1143000" rtl="0">
        <a:lnSpc>
          <a:spcPct val="115000"/>
        </a:lnSpc>
        <a:spcBef>
          <a:spcPct val="15000"/>
        </a:spcBef>
        <a:spcAft>
          <a:spcPct val="0"/>
        </a:spcAft>
        <a:buFontTx/>
        <a:buNone/>
        <a:defRPr sz="2400">
          <a:solidFill>
            <a:schemeClr val="dk1"/>
          </a:solidFill>
          <a:latin typeface="Arial" pitchFamily="34" charset="0"/>
          <a:ea typeface="宋体" pitchFamily="2" charset="-122"/>
        </a:defRPr>
      </a:lvl3pPr>
      <a:lvl4pPr algn="l" eaLnBrk="0" fontAlgn="base" hangingPunct="0" indent="-228600" latinLnBrk="0" marL="1600200" rtl="0">
        <a:lnSpc>
          <a:spcPct val="115000"/>
        </a:lnSpc>
        <a:spcBef>
          <a:spcPct val="15000"/>
        </a:spcBef>
        <a:spcAft>
          <a:spcPct val="0"/>
        </a:spcAft>
        <a:buFontTx/>
        <a:buNone/>
        <a:defRPr sz="2000">
          <a:solidFill>
            <a:schemeClr val="dk1"/>
          </a:solidFill>
          <a:latin typeface="Arial" pitchFamily="34" charset="0"/>
          <a:ea typeface="宋体" pitchFamily="2" charset="-122"/>
        </a:defRPr>
      </a:lvl4pPr>
      <a:lvl5pPr algn="l" eaLnBrk="0" fontAlgn="base" hangingPunct="0" indent="-228600" latinLnBrk="0" marL="2057400" rtl="0">
        <a:lnSpc>
          <a:spcPct val="115000"/>
        </a:lnSpc>
        <a:spcBef>
          <a:spcPct val="15000"/>
        </a:spcBef>
        <a:spcAft>
          <a:spcPct val="0"/>
        </a:spcAft>
        <a:buFontTx/>
        <a:buNone/>
        <a:defRPr sz="2000">
          <a:solidFill>
            <a:schemeClr val="dk1"/>
          </a:solidFill>
          <a:latin typeface="Arial" pitchFamily="34" charset="0"/>
          <a:ea typeface="宋体" pitchFamily="2" charset="-122"/>
        </a:defRPr>
      </a:lvl5pPr>
    </p:bodyStyle>
    <p:otherStyle>
      <a:lvl1pPr algn="l" eaLnBrk="1" fontAlgn="base" hangingPunct="1" indent="0" latinLnBrk="0" marL="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Arial" pitchFamily="34" charset="0"/>
          <a:ea typeface="宋体" pitchFamily="2" charset="-122"/>
        </a:defRPr>
      </a:lvl1pPr>
      <a:lvl2pPr algn="l" eaLnBrk="1" fontAlgn="base" hangingPunct="1" indent="0" latinLnBrk="0" marL="45720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Arial" pitchFamily="34" charset="0"/>
          <a:ea typeface="宋体" pitchFamily="2" charset="-122"/>
        </a:defRPr>
      </a:lvl2pPr>
      <a:lvl3pPr algn="l" eaLnBrk="1" fontAlgn="base" hangingPunct="1" indent="0" latinLnBrk="0" marL="91440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Arial" pitchFamily="34" charset="0"/>
          <a:ea typeface="宋体" pitchFamily="2" charset="-122"/>
        </a:defRPr>
      </a:lvl3pPr>
      <a:lvl4pPr algn="l" eaLnBrk="1" fontAlgn="base" hangingPunct="1" indent="0" latinLnBrk="0" marL="137160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Arial" pitchFamily="34" charset="0"/>
          <a:ea typeface="宋体" pitchFamily="2" charset="-122"/>
        </a:defRPr>
      </a:lvl4pPr>
      <a:lvl5pPr algn="l" eaLnBrk="1" fontAlgn="base" hangingPunct="1" indent="0" latinLnBrk="0" marL="182880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Arial" pitchFamily="34" charset="0"/>
          <a:ea typeface="宋体" pitchFamily="2" charset="-122"/>
        </a:defRPr>
      </a:lvl5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5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57" name="Picture 2" descr="C:\Users\iamisis\Desktop\00.jpg"/>
          <p:cNvPicPr>
            <a:picLocks/>
          </p:cNvPicPr>
          <p:nvPr/>
        </p:nvPicPr>
        <p:blipFill>
          <a:blip xmlns:r="http://schemas.openxmlformats.org/officeDocument/2006/relationships" r:embed="rId12"/>
          <a:srcRect l="0" t="0" r="0" b="0"/>
          <a:stretch>
            <a:fillRect/>
          </a:stretch>
        </p:blipFill>
        <p:spPr>
          <a:xfrm rot="0">
            <a:off x="0" y="0"/>
            <a:ext cx="12192000" cy="6892925"/>
          </a:xfrm>
          <a:prstGeom prst="rect"/>
          <a:noFill/>
          <a:ln>
            <a:noFill/>
          </a:ln>
        </p:spPr>
      </p:pic>
      <p:sp>
        <p:nvSpPr>
          <p:cNvPr id="1048587" name="Rectangle 2"/>
          <p:cNvSpPr/>
          <p:nvPr>
            <p:ph type="title" sz="full" idx="4294967295"/>
          </p:nvPr>
        </p:nvSpPr>
        <p:spPr>
          <a:xfrm rot="0">
            <a:off x="609600" y="274637"/>
            <a:ext cx="109728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p>
            <a:pPr lvl="0"/>
            <a:r>
              <a:rPr altLang="en-US" lang="zh-CN"/>
              <a:t>单击此处编辑母版标题样式</a:t>
            </a:r>
          </a:p>
        </p:txBody>
      </p:sp>
      <p:sp>
        <p:nvSpPr>
          <p:cNvPr id="1048588" name="Rectangle 3"/>
          <p:cNvSpPr/>
          <p:nvPr>
            <p:ph type="body" sz="full" idx="4294967295"/>
          </p:nvPr>
        </p:nvSpPr>
        <p:spPr>
          <a:xfrm rot="0">
            <a:off x="609600" y="1600200"/>
            <a:ext cx="10972800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589" name="Rectangle 4"/>
          <p:cNvSpPr/>
          <p:nvPr>
            <p:ph type="dt" sz="half" idx="4294967295"/>
          </p:nvPr>
        </p:nvSpPr>
        <p:spPr>
          <a:xfrm rot="0"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lvl="0">
              <a:buNone/>
            </a:pPr>
            <a:fld id="{566ABCEB-ACFC-4714-9973-3DA970169C29}" type="datetime1">
              <a:rPr altLang="en-US" sz="1400" lang="zh-CN">
                <a:latin typeface="Arial" pitchFamily="34" charset="0"/>
                <a:ea typeface="宋体" pitchFamily="2" charset="-122"/>
              </a:rPr>
              <a:pPr lvl="0">
                <a:buNone/>
              </a:pPr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590" name="Rectangle 5"/>
          <p:cNvSpPr/>
          <p:nvPr>
            <p:ph type="ftr" sz="quarter" idx="4294967295"/>
          </p:nvPr>
        </p:nvSpPr>
        <p:spPr>
          <a:xfrm rot="0"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lvl="0">
              <a:buNone/>
            </a:pPr>
            <a:endParaRPr altLang="zh-CN" sz="1400" lang="en-US">
              <a:latin typeface="Arial" pitchFamily="34" charset="0"/>
            </a:endParaRPr>
          </a:p>
        </p:txBody>
      </p:sp>
      <p:sp>
        <p:nvSpPr>
          <p:cNvPr id="1048591" name="Rectangle 6"/>
          <p:cNvSpPr/>
          <p:nvPr>
            <p:ph type="sldNum" sz="quarter" idx="4294967295"/>
          </p:nvPr>
        </p:nvSpPr>
        <p:spPr>
          <a:xfrm rot="0"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r" lvl="0"/>
            <a:fld id="{566ABCEB-ACFC-4714-9973-3DA970169C29}" type="slidenum">
              <a:rPr altLang="en-US" sz="1400" lang="zh-CN">
                <a:latin typeface="Arial" pitchFamily="34" charset="0"/>
                <a:ea typeface="宋体" pitchFamily="2" charset="-122"/>
              </a:rPr>
              <a:pPr algn="r" lvl="0"/>
            </a:fld>
            <a:endParaRPr altLang="en-US" sz="1400" lang="zh-CN"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2097158" name="图片 3"/>
          <p:cNvPicPr>
            <a:picLocks/>
          </p:cNvPicPr>
          <p:nvPr/>
        </p:nvPicPr>
        <p:blipFill>
          <a:blip xmlns:r="http://schemas.openxmlformats.org/officeDocument/2006/relationships" r:embed="rId13"/>
          <a:srcRect l="0" t="0" r="0" b="0"/>
          <a:stretch>
            <a:fillRect/>
          </a:stretch>
        </p:blipFill>
        <p:spPr>
          <a:xfrm rot="0">
            <a:off x="22225" y="0"/>
            <a:ext cx="12147550" cy="6858000"/>
          </a:xfrm>
          <a:prstGeom prst="rect"/>
          <a:noFill/>
          <a:ln>
            <a:noFill/>
          </a:ln>
        </p:spPr>
      </p:pic>
      <p:pic>
        <p:nvPicPr>
          <p:cNvPr id="2097159" name="图片 3"/>
          <p:cNvPicPr>
            <a:picLocks/>
          </p:cNvPicPr>
          <p:nvPr/>
        </p:nvPicPr>
        <p:blipFill>
          <a:blip xmlns:r="http://schemas.openxmlformats.org/officeDocument/2006/relationships" r:embed="rId14"/>
          <a:srcRect l="0" t="0" r="0" b="0"/>
          <a:stretch>
            <a:fillRect/>
          </a:stretch>
        </p:blipFill>
        <p:spPr>
          <a:xfrm rot="0">
            <a:off x="479425" y="134937"/>
            <a:ext cx="2381250" cy="1123950"/>
          </a:xfrm>
          <a:prstGeom prst="rect"/>
          <a:noFill/>
          <a:ln>
            <a:noFill/>
          </a:ln>
        </p:spPr>
      </p:pic>
      <p:pic>
        <p:nvPicPr>
          <p:cNvPr id="2097160" name="图片 4"/>
          <p:cNvPicPr>
            <a:picLocks/>
          </p:cNvPicPr>
          <p:nvPr/>
        </p:nvPicPr>
        <p:blipFill>
          <a:blip xmlns:r="http://schemas.openxmlformats.org/officeDocument/2006/relationships" r:embed="rId15"/>
          <a:srcRect l="0" t="0" r="0" b="0"/>
          <a:stretch>
            <a:fillRect/>
          </a:stretch>
        </p:blipFill>
        <p:spPr>
          <a:xfrm rot="0">
            <a:off x="479425" y="115887"/>
            <a:ext cx="1368425" cy="547687"/>
          </a:xfrm>
          <a:prstGeom prst="rect"/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1" sldNum="0"/>
  <p:txStyles>
    <p:titleStyle>
      <a:lvl1pPr algn="ctr" eaLnBrk="0" fontAlgn="base" hangingPunct="0" indent="0" latinLnBrk="0" marL="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4400">
          <a:solidFill>
            <a:schemeClr val="lt2"/>
          </a:solidFill>
          <a:latin typeface="Arial" pitchFamily="34" charset="0"/>
          <a:ea typeface="宋体" pitchFamily="2" charset="-122"/>
        </a:defRPr>
      </a:lvl1pPr>
    </p:titleStyle>
    <p:bodyStyle>
      <a:lvl1pPr algn="l" eaLnBrk="0" fontAlgn="base" hangingPunct="0" indent="-342900" latinLnBrk="0" marL="342900" rtl="0">
        <a:lnSpc>
          <a:spcPct val="115000"/>
        </a:lnSpc>
        <a:spcBef>
          <a:spcPct val="15000"/>
        </a:spcBef>
        <a:spcAft>
          <a:spcPct val="0"/>
        </a:spcAft>
        <a:buFontTx/>
        <a:buNone/>
        <a:defRPr sz="3200">
          <a:solidFill>
            <a:schemeClr val="dk1"/>
          </a:solidFill>
          <a:latin typeface="Arial" pitchFamily="34" charset="0"/>
          <a:ea typeface="宋体" pitchFamily="2" charset="-122"/>
        </a:defRPr>
      </a:lvl1pPr>
      <a:lvl2pPr algn="l" eaLnBrk="0" fontAlgn="base" hangingPunct="0" indent="-285750" latinLnBrk="0" marL="742950" rtl="0">
        <a:lnSpc>
          <a:spcPct val="115000"/>
        </a:lnSpc>
        <a:spcBef>
          <a:spcPct val="15000"/>
        </a:spcBef>
        <a:spcAft>
          <a:spcPct val="0"/>
        </a:spcAft>
        <a:buFontTx/>
        <a:buNone/>
        <a:defRPr sz="2800">
          <a:solidFill>
            <a:schemeClr val="dk1"/>
          </a:solidFill>
          <a:latin typeface="Arial" pitchFamily="34" charset="0"/>
          <a:ea typeface="宋体" pitchFamily="2" charset="-122"/>
        </a:defRPr>
      </a:lvl2pPr>
      <a:lvl3pPr algn="l" eaLnBrk="0" fontAlgn="base" hangingPunct="0" indent="-228600" latinLnBrk="0" marL="1143000" rtl="0">
        <a:lnSpc>
          <a:spcPct val="115000"/>
        </a:lnSpc>
        <a:spcBef>
          <a:spcPct val="15000"/>
        </a:spcBef>
        <a:spcAft>
          <a:spcPct val="0"/>
        </a:spcAft>
        <a:buFontTx/>
        <a:buNone/>
        <a:defRPr sz="2400">
          <a:solidFill>
            <a:schemeClr val="dk1"/>
          </a:solidFill>
          <a:latin typeface="Arial" pitchFamily="34" charset="0"/>
          <a:ea typeface="宋体" pitchFamily="2" charset="-122"/>
        </a:defRPr>
      </a:lvl3pPr>
      <a:lvl4pPr algn="l" eaLnBrk="0" fontAlgn="base" hangingPunct="0" indent="-228600" latinLnBrk="0" marL="1600200" rtl="0">
        <a:lnSpc>
          <a:spcPct val="115000"/>
        </a:lnSpc>
        <a:spcBef>
          <a:spcPct val="15000"/>
        </a:spcBef>
        <a:spcAft>
          <a:spcPct val="0"/>
        </a:spcAft>
        <a:buFontTx/>
        <a:buNone/>
        <a:defRPr sz="2000">
          <a:solidFill>
            <a:schemeClr val="dk1"/>
          </a:solidFill>
          <a:latin typeface="Arial" pitchFamily="34" charset="0"/>
          <a:ea typeface="宋体" pitchFamily="2" charset="-122"/>
        </a:defRPr>
      </a:lvl4pPr>
      <a:lvl5pPr algn="l" eaLnBrk="0" fontAlgn="base" hangingPunct="0" indent="-228600" latinLnBrk="0" marL="2057400" rtl="0">
        <a:lnSpc>
          <a:spcPct val="115000"/>
        </a:lnSpc>
        <a:spcBef>
          <a:spcPct val="15000"/>
        </a:spcBef>
        <a:spcAft>
          <a:spcPct val="0"/>
        </a:spcAft>
        <a:buFontTx/>
        <a:buNone/>
        <a:defRPr sz="2000">
          <a:solidFill>
            <a:schemeClr val="dk1"/>
          </a:solidFill>
          <a:latin typeface="Arial" pitchFamily="34" charset="0"/>
          <a:ea typeface="宋体" pitchFamily="2" charset="-122"/>
        </a:defRPr>
      </a:lvl5pPr>
    </p:bodyStyle>
    <p:otherStyle>
      <a:lvl1pPr algn="l" eaLnBrk="1" fontAlgn="base" hangingPunct="1" indent="0" latinLnBrk="0" marL="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Arial" pitchFamily="34" charset="0"/>
          <a:ea typeface="宋体" pitchFamily="2" charset="-122"/>
        </a:defRPr>
      </a:lvl1pPr>
      <a:lvl2pPr algn="l" eaLnBrk="1" fontAlgn="base" hangingPunct="1" indent="0" latinLnBrk="0" marL="45720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Arial" pitchFamily="34" charset="0"/>
          <a:ea typeface="宋体" pitchFamily="2" charset="-122"/>
        </a:defRPr>
      </a:lvl2pPr>
      <a:lvl3pPr algn="l" eaLnBrk="1" fontAlgn="base" hangingPunct="1" indent="0" latinLnBrk="0" marL="91440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Arial" pitchFamily="34" charset="0"/>
          <a:ea typeface="宋体" pitchFamily="2" charset="-122"/>
        </a:defRPr>
      </a:lvl3pPr>
      <a:lvl4pPr algn="l" eaLnBrk="1" fontAlgn="base" hangingPunct="1" indent="0" latinLnBrk="0" marL="137160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Arial" pitchFamily="34" charset="0"/>
          <a:ea typeface="宋体" pitchFamily="2" charset="-122"/>
        </a:defRPr>
      </a:lvl4pPr>
      <a:lvl5pPr algn="l" eaLnBrk="1" fontAlgn="base" hangingPunct="1" indent="0" latinLnBrk="0" marL="1828800" rtl="0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>
          <a:solidFill>
            <a:schemeClr val="dk1"/>
          </a:solidFill>
          <a:latin typeface="Arial" pitchFamily="34" charset="0"/>
          <a:ea typeface="宋体" pitchFamily="2" charset="-122"/>
        </a:defRPr>
      </a:lvl5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8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18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18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4" name="Rectangle 2"/>
          <p:cNvSpPr/>
          <p:nvPr>
            <p:ph type="ctrTitle" sz="full" idx="0"/>
          </p:nvPr>
        </p:nvSpPr>
        <p:spPr>
          <a:xfrm rot="0">
            <a:off x="1819275" y="2933700"/>
            <a:ext cx="9013825" cy="25114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>
              <a:defRPr sz="4400"/>
            </a:lvl1pPr>
          </a:lstStyle>
          <a:p>
            <a:pPr eaLnBrk="1" hangingPunct="1" lv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altLang="en-US" lang="zh-CN"/>
              <a:t>八年级</a:t>
            </a:r>
            <a:r>
              <a:rPr altLang="zh-CN" lang="en-US"/>
              <a:t> </a:t>
            </a:r>
            <a:r>
              <a:rPr altLang="en-US" lang="zh-CN"/>
              <a:t>U</a:t>
            </a:r>
            <a:r>
              <a:rPr altLang="zh-CN" lang="en-US"/>
              <a:t>nits 1~4</a:t>
            </a:r>
            <a:r>
              <a:rPr altLang="en-US" lang="zh-CN"/>
              <a:t>期中练习题</a:t>
            </a:r>
            <a:r>
              <a:rPr altLang="zh-CN" lang="en-US"/>
              <a:t> </a:t>
            </a:r>
            <a:br>
              <a:rPr altLang="zh-CN" lang="en-US"/>
            </a:br>
            <a:r>
              <a:rPr altLang="en-US" lang="zh-CN"/>
              <a:t>参考答案与解析 </a:t>
            </a:r>
          </a:p>
        </p:txBody>
      </p:sp>
      <p:pic>
        <p:nvPicPr>
          <p:cNvPr id="2097156" name="图片 2052" descr=""/>
          <p:cNvPicPr>
            <a:picLocks/>
          </p:cNvPicPr>
          <p:nvPr>
            <p:custDataLst>
              <p:tags r:id="rId1"/>
            </p:custDataLst>
          </p:nvPr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2782887" y="1196975"/>
            <a:ext cx="6376987" cy="1817687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5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5" name="Rectangle 3"/>
          <p:cNvSpPr/>
          <p:nvPr>
            <p:ph sz="full" idx="1"/>
          </p:nvPr>
        </p:nvSpPr>
        <p:spPr>
          <a:xfrm rot="0">
            <a:off x="746125" y="830262"/>
            <a:ext cx="10750550" cy="5191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FontTx/>
              <a:buNone/>
              <a:defRPr sz="32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0" fontAlgn="base" hangingPunct="0" indent="-285750" latinLnBrk="0" marL="742950" rtl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FontTx/>
              <a:buNone/>
              <a:defRPr sz="2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0" fontAlgn="base" hangingPunct="0" indent="-228600" latinLnBrk="0" marL="1143000" rtl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FontTx/>
              <a:buNone/>
              <a:defRPr sz="24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0" fontAlgn="base" hangingPunct="0" indent="-228600" latinLnBrk="0" marL="1600200" rtl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FontTx/>
              <a:buNone/>
              <a:defRPr sz="20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0" fontAlgn="base" hangingPunct="0" indent="-228600" latinLnBrk="0" marL="2057400" rtl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FontTx/>
              <a:buNone/>
              <a:defRPr sz="20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0" lvl="0" marL="0">
              <a:spcBef>
                <a:spcPct val="0"/>
              </a:spcBef>
            </a:pPr>
            <a:r>
              <a:rPr altLang="en-US" sz="3800" lang="zh-CN">
                <a:sym typeface="宋体" pitchFamily="2" charset="-122"/>
              </a:rPr>
              <a:t>一、第一节</a:t>
            </a:r>
            <a:r>
              <a:rPr altLang="zh-CN" sz="3800" lang="en-US">
                <a:sym typeface="宋体" pitchFamily="2" charset="-122"/>
              </a:rPr>
              <a:t> </a:t>
            </a:r>
          </a:p>
          <a:p>
            <a:pPr indent="0" lvl="0" marL="0"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1-5 DCCBC        6-10 DBAAB</a:t>
            </a:r>
          </a:p>
          <a:p>
            <a:pPr indent="0" lvl="0" marL="0">
              <a:lnSpc>
                <a:spcPct val="125000"/>
              </a:lnSpc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       </a:t>
            </a:r>
            <a:r>
              <a:rPr altLang="en-US" sz="3800" lang="zh-CN">
                <a:sym typeface="宋体" pitchFamily="2" charset="-122"/>
              </a:rPr>
              <a:t>第二节</a:t>
            </a:r>
            <a:r>
              <a:rPr altLang="zh-CN" sz="3800" lang="en-US">
                <a:sym typeface="宋体" pitchFamily="2" charset="-122"/>
              </a:rPr>
              <a:t> </a:t>
            </a:r>
          </a:p>
          <a:p>
            <a:pPr indent="0" lvl="0" marL="0"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11-15 ABACD       16-20 ABCDD</a:t>
            </a:r>
          </a:p>
        </p:txBody>
      </p:sp>
      <p:sp>
        <p:nvSpPr>
          <p:cNvPr id="1048586" name="Text Box 4"/>
          <p:cNvSpPr txBox="1"/>
          <p:nvPr>
            <p:custDataLst>
              <p:tags r:id="rId1"/>
            </p:custDataLst>
          </p:nvPr>
        </p:nvSpPr>
        <p:spPr>
          <a:xfrm rot="0">
            <a:off x="9783762" y="44450"/>
            <a:ext cx="2016125" cy="4343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eaLnBrk="0" hangingPunct="0" lvl="0"/>
            <a:r>
              <a:rPr altLang="en-US" sz="2000" lang="zh-CN"/>
              <a:t>八年级期中活页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585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585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charRg st="7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1"/>
                                        <p:tgtEl>
                                          <p:spTgt spid="1048585">
                                            <p:txEl>
                                              <p:charRg st="7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2"/>
                                        <p:tgtEl>
                                          <p:spTgt spid="1048585">
                                            <p:txEl>
                                              <p:charRg st="7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id="1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charRg st="35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7"/>
                                        <p:tgtEl>
                                          <p:spTgt spid="1048585">
                                            <p:txEl>
                                              <p:charRg st="35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8"/>
                                        <p:tgtEl>
                                          <p:spTgt spid="1048585">
                                            <p:txEl>
                                              <p:charRg st="35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charRg st="47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1"/>
                                        <p:tgtEl>
                                          <p:spTgt spid="1048585">
                                            <p:txEl>
                                              <p:charRg st="47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2"/>
                                        <p:tgtEl>
                                          <p:spTgt spid="1048585">
                                            <p:txEl>
                                              <p:charRg st="47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6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5" name="Rectangle 3"/>
          <p:cNvSpPr/>
          <p:nvPr>
            <p:ph sz="full" idx="1"/>
          </p:nvPr>
        </p:nvSpPr>
        <p:spPr>
          <a:xfrm rot="0">
            <a:off x="746125" y="895350"/>
            <a:ext cx="10750550" cy="51260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FontTx/>
              <a:buNone/>
              <a:defRPr sz="32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0" fontAlgn="base" hangingPunct="0" indent="-285750" latinLnBrk="0" marL="742950" rtl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FontTx/>
              <a:buNone/>
              <a:defRPr sz="2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0" fontAlgn="base" hangingPunct="0" indent="-228600" latinLnBrk="0" marL="1143000" rtl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FontTx/>
              <a:buNone/>
              <a:defRPr sz="24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0" fontAlgn="base" hangingPunct="0" indent="-228600" latinLnBrk="0" marL="1600200" rtl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FontTx/>
              <a:buNone/>
              <a:defRPr sz="20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0" fontAlgn="base" hangingPunct="0" indent="-228600" latinLnBrk="0" marL="2057400" rtl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FontTx/>
              <a:buNone/>
              <a:defRPr sz="20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0" lvl="0" marL="0">
              <a:spcBef>
                <a:spcPct val="0"/>
              </a:spcBef>
            </a:pPr>
            <a:r>
              <a:rPr altLang="en-US" sz="3800" lang="zh-CN">
                <a:sym typeface="宋体" pitchFamily="2" charset="-122"/>
              </a:rPr>
              <a:t>二、第一节</a:t>
            </a:r>
            <a:r>
              <a:rPr altLang="zh-CN" sz="3800" lang="en-US">
                <a:sym typeface="宋体" pitchFamily="2" charset="-122"/>
              </a:rPr>
              <a:t> </a:t>
            </a:r>
          </a:p>
          <a:p>
            <a:pPr indent="0" lvl="0" marL="0"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21-25 BCCDA </a:t>
            </a:r>
          </a:p>
          <a:p>
            <a:pPr indent="0" lvl="0" marL="0"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26-30 DDDBB</a:t>
            </a:r>
          </a:p>
          <a:p>
            <a:pPr indent="0" lvl="0" marL="0"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31-35 ABACC</a:t>
            </a:r>
          </a:p>
          <a:p>
            <a:pPr indent="0" lvl="0" marL="0">
              <a:lnSpc>
                <a:spcPct val="125000"/>
              </a:lnSpc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       </a:t>
            </a:r>
            <a:r>
              <a:rPr altLang="en-US" sz="3800" lang="zh-CN">
                <a:sym typeface="宋体" pitchFamily="2" charset="-122"/>
              </a:rPr>
              <a:t>第二节</a:t>
            </a:r>
            <a:r>
              <a:rPr altLang="zh-CN" sz="3800" lang="en-US">
                <a:sym typeface="宋体" pitchFamily="2" charset="-122"/>
              </a:rPr>
              <a:t> </a:t>
            </a:r>
          </a:p>
          <a:p>
            <a:pPr indent="0" lvl="0" marL="0"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36-40 ACBED</a:t>
            </a:r>
          </a:p>
        </p:txBody>
      </p:sp>
      <p:sp>
        <p:nvSpPr>
          <p:cNvPr id="1048596" name="Text Box 4"/>
          <p:cNvSpPr txBox="1"/>
          <p:nvPr>
            <p:custDataLst>
              <p:tags r:id="rId1"/>
            </p:custDataLst>
          </p:nvPr>
        </p:nvSpPr>
        <p:spPr>
          <a:xfrm rot="0">
            <a:off x="9783762" y="44450"/>
            <a:ext cx="2016125" cy="4343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eaLnBrk="0" hangingPunct="0" lvl="0"/>
            <a:r>
              <a:rPr altLang="en-US" sz="2000" lang="zh-CN">
                <a:latin typeface="Arial" pitchFamily="34" charset="0"/>
                <a:ea typeface="宋体" pitchFamily="2" charset="-122"/>
              </a:rPr>
              <a:t>八年级期中活页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5">
                                            <p:txEl>
                                              <p:charRg st="7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595">
                                            <p:txEl>
                                              <p:charRg st="7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595">
                                            <p:txEl>
                                              <p:charRg st="7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5">
                                            <p:txEl>
                                              <p:charRg st="2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1048595">
                                            <p:txEl>
                                              <p:charRg st="2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4"/>
                                        <p:tgtEl>
                                          <p:spTgt spid="1048595">
                                            <p:txEl>
                                              <p:charRg st="2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id="1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5">
                                            <p:txEl>
                                              <p:charRg st="32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48595">
                                            <p:txEl>
                                              <p:charRg st="32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48595">
                                            <p:txEl>
                                              <p:charRg st="32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id="2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5">
                                            <p:txEl>
                                              <p:charRg st="44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5"/>
                                        <p:tgtEl>
                                          <p:spTgt spid="1048595">
                                            <p:txEl>
                                              <p:charRg st="44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6"/>
                                        <p:tgtEl>
                                          <p:spTgt spid="1048595">
                                            <p:txEl>
                                              <p:charRg st="44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5">
                                            <p:txEl>
                                              <p:charRg st="56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9"/>
                                        <p:tgtEl>
                                          <p:spTgt spid="1048595">
                                            <p:txEl>
                                              <p:charRg st="56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0"/>
                                        <p:tgtEl>
                                          <p:spTgt spid="1048595">
                                            <p:txEl>
                                              <p:charRg st="56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6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7" name="Rectangle 3"/>
          <p:cNvSpPr/>
          <p:nvPr>
            <p:ph sz="full" idx="1"/>
          </p:nvPr>
        </p:nvSpPr>
        <p:spPr>
          <a:xfrm rot="0">
            <a:off x="714375" y="814387"/>
            <a:ext cx="10782300" cy="543877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FontTx/>
              <a:buNone/>
              <a:defRPr sz="32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0" fontAlgn="base" hangingPunct="0" indent="-285750" latinLnBrk="0" marL="742950" rtl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FontTx/>
              <a:buNone/>
              <a:defRPr sz="2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0" fontAlgn="base" hangingPunct="0" indent="-228600" latinLnBrk="0" marL="1143000" rtl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FontTx/>
              <a:buNone/>
              <a:defRPr sz="24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0" fontAlgn="base" hangingPunct="0" indent="-228600" latinLnBrk="0" marL="1600200" rtl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FontTx/>
              <a:buNone/>
              <a:defRPr sz="20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0" fontAlgn="base" hangingPunct="0" indent="-228600" latinLnBrk="0" marL="2057400" rtl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FontTx/>
              <a:buNone/>
              <a:defRPr sz="20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0" lvl="0" marL="0">
              <a:spcBef>
                <a:spcPct val="0"/>
              </a:spcBef>
            </a:pPr>
            <a:r>
              <a:rPr altLang="en-US" sz="3800" lang="zh-CN">
                <a:sym typeface="宋体" pitchFamily="2" charset="-122"/>
              </a:rPr>
              <a:t>三、第一节</a:t>
            </a:r>
            <a:r>
              <a:rPr altLang="zh-CN" sz="3800" lang="en-US">
                <a:sym typeface="宋体" pitchFamily="2" charset="-122"/>
              </a:rPr>
              <a:t> </a:t>
            </a:r>
          </a:p>
          <a:p>
            <a:pPr indent="0" lvl="0" marL="0"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41-45 EABCD</a:t>
            </a:r>
          </a:p>
          <a:p>
            <a:pPr indent="0" lvl="0" marL="0">
              <a:lnSpc>
                <a:spcPct val="135000"/>
              </a:lnSpc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       </a:t>
            </a:r>
            <a:r>
              <a:rPr altLang="en-US" sz="3800" lang="zh-CN">
                <a:sym typeface="宋体" pitchFamily="2" charset="-122"/>
              </a:rPr>
              <a:t>第二节</a:t>
            </a:r>
            <a:r>
              <a:rPr altLang="zh-CN" sz="3800" lang="en-US">
                <a:sym typeface="宋体" pitchFamily="2" charset="-122"/>
              </a:rPr>
              <a:t> </a:t>
            </a:r>
          </a:p>
          <a:p>
            <a:pPr indent="0" lvl="0" marL="0"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46. More worried.</a:t>
            </a:r>
          </a:p>
          <a:p>
            <a:pPr indent="0" lvl="0" marL="0"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47. Confident and strong.</a:t>
            </a:r>
          </a:p>
          <a:p>
            <a:pPr indent="0" lvl="0" marL="0"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48. Tell others how you feel.</a:t>
            </a:r>
          </a:p>
          <a:p>
            <a:pPr indent="0" lvl="0" marL="0"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49. Take a power pose.</a:t>
            </a:r>
          </a:p>
          <a:p>
            <a:pPr indent="0" lvl="0" marL="0"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50. For a few minutes.</a:t>
            </a:r>
          </a:p>
        </p:txBody>
      </p:sp>
      <p:sp>
        <p:nvSpPr>
          <p:cNvPr id="1048598" name="Text Box 4"/>
          <p:cNvSpPr txBox="1"/>
          <p:nvPr>
            <p:custDataLst>
              <p:tags r:id="rId1"/>
            </p:custDataLst>
          </p:nvPr>
        </p:nvSpPr>
        <p:spPr>
          <a:xfrm rot="0">
            <a:off x="9783762" y="44450"/>
            <a:ext cx="2016125" cy="4343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eaLnBrk="0" hangingPunct="0" lvl="0"/>
            <a:r>
              <a:rPr altLang="en-US" sz="2000" lang="zh-CN">
                <a:latin typeface="Arial" pitchFamily="34" charset="0"/>
                <a:ea typeface="宋体" pitchFamily="2" charset="-122"/>
              </a:rPr>
              <a:t>八年级期中活页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59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59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7">
                                            <p:txEl>
                                              <p:charRg st="7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1"/>
                                        <p:tgtEl>
                                          <p:spTgt spid="1048597">
                                            <p:txEl>
                                              <p:charRg st="7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2"/>
                                        <p:tgtEl>
                                          <p:spTgt spid="1048597">
                                            <p:txEl>
                                              <p:charRg st="7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id="1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7">
                                            <p:txEl>
                                              <p:charRg st="19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7"/>
                                        <p:tgtEl>
                                          <p:spTgt spid="1048597">
                                            <p:txEl>
                                              <p:charRg st="19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8"/>
                                        <p:tgtEl>
                                          <p:spTgt spid="1048597">
                                            <p:txEl>
                                              <p:charRg st="19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7">
                                            <p:txEl>
                                              <p:charRg st="31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1"/>
                                        <p:tgtEl>
                                          <p:spTgt spid="1048597">
                                            <p:txEl>
                                              <p:charRg st="31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2"/>
                                        <p:tgtEl>
                                          <p:spTgt spid="1048597">
                                            <p:txEl>
                                              <p:charRg st="31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3">
                      <p:stCondLst>
                        <p:cond delay="indefinite"/>
                      </p:stCondLst>
                      <p:childTnLst>
                        <p:par>
                          <p:cTn fill="hold" id="24">
                            <p:stCondLst>
                              <p:cond delay="0"/>
                            </p:stCondLst>
                            <p:childTnLst>
                              <p:par>
                                <p:cTn fill="hold" id="2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7">
                                            <p:txEl>
                                              <p:charRg st="49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7"/>
                                        <p:tgtEl>
                                          <p:spTgt spid="1048597">
                                            <p:txEl>
                                              <p:charRg st="49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8"/>
                                        <p:tgtEl>
                                          <p:spTgt spid="1048597">
                                            <p:txEl>
                                              <p:charRg st="49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9">
                      <p:stCondLst>
                        <p:cond delay="indefinite"/>
                      </p:stCondLst>
                      <p:childTnLst>
                        <p:par>
                          <p:cTn fill="hold" id="30">
                            <p:stCondLst>
                              <p:cond delay="0"/>
                            </p:stCondLst>
                            <p:childTnLst>
                              <p:par>
                                <p:cTn fill="hold" id="3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7">
                                            <p:txEl>
                                              <p:charRg st="75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3"/>
                                        <p:tgtEl>
                                          <p:spTgt spid="1048597">
                                            <p:txEl>
                                              <p:charRg st="75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4"/>
                                        <p:tgtEl>
                                          <p:spTgt spid="1048597">
                                            <p:txEl>
                                              <p:charRg st="75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5">
                      <p:stCondLst>
                        <p:cond delay="indefinite"/>
                      </p:stCondLst>
                      <p:childTnLst>
                        <p:par>
                          <p:cTn fill="hold" id="36">
                            <p:stCondLst>
                              <p:cond delay="0"/>
                            </p:stCondLst>
                            <p:childTnLst>
                              <p:par>
                                <p:cTn fill="hold" id="3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7">
                                            <p:txEl>
                                              <p:charRg st="105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9"/>
                                        <p:tgtEl>
                                          <p:spTgt spid="1048597">
                                            <p:txEl>
                                              <p:charRg st="105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0"/>
                                        <p:tgtEl>
                                          <p:spTgt spid="1048597">
                                            <p:txEl>
                                              <p:charRg st="105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1">
                      <p:stCondLst>
                        <p:cond delay="indefinite"/>
                      </p:stCondLst>
                      <p:childTnLst>
                        <p:par>
                          <p:cTn fill="hold" id="42">
                            <p:stCondLst>
                              <p:cond delay="0"/>
                            </p:stCondLst>
                            <p:childTnLst>
                              <p:par>
                                <p:cTn fill="hold" id="4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7">
                                            <p:txEl>
                                              <p:charRg st="128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5"/>
                                        <p:tgtEl>
                                          <p:spTgt spid="1048597">
                                            <p:txEl>
                                              <p:charRg st="128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6"/>
                                        <p:tgtEl>
                                          <p:spTgt spid="1048597">
                                            <p:txEl>
                                              <p:charRg st="128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9" name="Rectangle 3"/>
          <p:cNvSpPr/>
          <p:nvPr>
            <p:ph sz="full" idx="1"/>
          </p:nvPr>
        </p:nvSpPr>
        <p:spPr>
          <a:xfrm rot="0">
            <a:off x="795337" y="765175"/>
            <a:ext cx="10701338" cy="543877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FontTx/>
              <a:buNone/>
              <a:defRPr sz="32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0" fontAlgn="base" hangingPunct="0" indent="-285750" latinLnBrk="0" marL="742950" rtl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FontTx/>
              <a:buNone/>
              <a:defRPr sz="28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0" fontAlgn="base" hangingPunct="0" indent="-228600" latinLnBrk="0" marL="1143000" rtl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FontTx/>
              <a:buNone/>
              <a:defRPr sz="24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0" fontAlgn="base" hangingPunct="0" indent="-228600" latinLnBrk="0" marL="1600200" rtl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FontTx/>
              <a:buNone/>
              <a:defRPr sz="20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0" fontAlgn="base" hangingPunct="0" indent="-228600" latinLnBrk="0" marL="2057400" rtl="0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FontTx/>
              <a:buNone/>
              <a:defRPr sz="2000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0" lvl="0" marL="0">
              <a:spcBef>
                <a:spcPct val="0"/>
              </a:spcBef>
            </a:pPr>
            <a:r>
              <a:rPr altLang="en-US" sz="3800" lang="zh-CN">
                <a:sym typeface="宋体" pitchFamily="2" charset="-122"/>
              </a:rPr>
              <a:t>四、第一节</a:t>
            </a:r>
            <a:r>
              <a:rPr altLang="zh-CN" sz="3800" lang="en-US">
                <a:sym typeface="宋体" pitchFamily="2" charset="-122"/>
              </a:rPr>
              <a:t> </a:t>
            </a:r>
          </a:p>
          <a:p>
            <a:pPr indent="0" lvl="0" marL="0"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(51) advanced 			(52) Unfortunately</a:t>
            </a:r>
          </a:p>
          <a:p>
            <a:pPr indent="0" lvl="0" marL="0"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(53) lose 				(54) reminds</a:t>
            </a:r>
          </a:p>
          <a:p>
            <a:pPr indent="0" lvl="0" marL="0"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(55) warning</a:t>
            </a:r>
          </a:p>
          <a:p>
            <a:pPr indent="0" lvl="0" marL="0">
              <a:lnSpc>
                <a:spcPct val="135000"/>
              </a:lnSpc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       </a:t>
            </a:r>
            <a:r>
              <a:rPr altLang="en-US" sz="3800" lang="zh-CN">
                <a:sym typeface="宋体" pitchFamily="2" charset="-122"/>
              </a:rPr>
              <a:t>第二节</a:t>
            </a:r>
            <a:r>
              <a:rPr altLang="zh-CN" sz="3800" lang="en-US">
                <a:sym typeface="宋体" pitchFamily="2" charset="-122"/>
              </a:rPr>
              <a:t> </a:t>
            </a:r>
          </a:p>
          <a:p>
            <a:pPr indent="0" lvl="0" marL="0"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(56) himself 				(57) because </a:t>
            </a:r>
          </a:p>
          <a:p>
            <a:pPr indent="0" lvl="0" marL="0"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(58) with 				(59) so </a:t>
            </a:r>
          </a:p>
          <a:p>
            <a:pPr indent="0" lvl="0" marL="0">
              <a:spcBef>
                <a:spcPct val="0"/>
              </a:spcBef>
            </a:pPr>
            <a:r>
              <a:rPr altLang="zh-CN" sz="3800" lang="en-US">
                <a:sym typeface="宋体" pitchFamily="2" charset="-122"/>
              </a:rPr>
              <a:t>(60) on</a:t>
            </a:r>
          </a:p>
        </p:txBody>
      </p:sp>
      <p:sp>
        <p:nvSpPr>
          <p:cNvPr id="1048600" name="Text Box 4"/>
          <p:cNvSpPr txBox="1"/>
          <p:nvPr>
            <p:custDataLst>
              <p:tags r:id="rId1"/>
            </p:custDataLst>
          </p:nvPr>
        </p:nvSpPr>
        <p:spPr>
          <a:xfrm rot="0">
            <a:off x="9783762" y="44450"/>
            <a:ext cx="2016125" cy="4343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eaLnBrk="0" hangingPunct="0" lvl="0"/>
            <a:r>
              <a:rPr altLang="en-US" sz="2000" lang="zh-CN">
                <a:latin typeface="Arial" pitchFamily="34" charset="0"/>
                <a:ea typeface="宋体" pitchFamily="2" charset="-122"/>
              </a:rPr>
              <a:t>八年级期中活页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599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599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>
                                            <p:txEl>
                                              <p:charRg st="7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1"/>
                                        <p:tgtEl>
                                          <p:spTgt spid="1048599">
                                            <p:txEl>
                                              <p:charRg st="7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2"/>
                                        <p:tgtEl>
                                          <p:spTgt spid="1048599">
                                            <p:txEl>
                                              <p:charRg st="7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id="1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>
                                            <p:txEl>
                                              <p:charRg st="43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7"/>
                                        <p:tgtEl>
                                          <p:spTgt spid="1048599">
                                            <p:txEl>
                                              <p:charRg st="43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8"/>
                                        <p:tgtEl>
                                          <p:spTgt spid="1048599">
                                            <p:txEl>
                                              <p:charRg st="43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9">
                      <p:stCondLst>
                        <p:cond delay="indefinite"/>
                      </p:stCondLst>
                      <p:childTnLst>
                        <p:par>
                          <p:cTn fill="hold" id="20">
                            <p:stCondLst>
                              <p:cond delay="0"/>
                            </p:stCondLst>
                            <p:childTnLst>
                              <p:par>
                                <p:cTn fill="hold" id="2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>
                                            <p:txEl>
                                              <p:charRg st="70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3"/>
                                        <p:tgtEl>
                                          <p:spTgt spid="1048599">
                                            <p:txEl>
                                              <p:charRg st="70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4"/>
                                        <p:tgtEl>
                                          <p:spTgt spid="1048599">
                                            <p:txEl>
                                              <p:charRg st="70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5">
                      <p:stCondLst>
                        <p:cond delay="indefinite"/>
                      </p:stCondLst>
                      <p:childTnLst>
                        <p:par>
                          <p:cTn fill="hold" id="26">
                            <p:stCondLst>
                              <p:cond delay="0"/>
                            </p:stCondLst>
                            <p:childTnLst>
                              <p:par>
                                <p:cTn fill="hold" id="2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>
                                            <p:txEl>
                                              <p:charRg st="83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9"/>
                                        <p:tgtEl>
                                          <p:spTgt spid="1048599">
                                            <p:txEl>
                                              <p:charRg st="83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0"/>
                                        <p:tgtEl>
                                          <p:spTgt spid="1048599">
                                            <p:txEl>
                                              <p:charRg st="83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1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>
                                            <p:txEl>
                                              <p:charRg st="95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3"/>
                                        <p:tgtEl>
                                          <p:spTgt spid="1048599">
                                            <p:txEl>
                                              <p:charRg st="95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4"/>
                                        <p:tgtEl>
                                          <p:spTgt spid="1048599">
                                            <p:txEl>
                                              <p:charRg st="95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5">
                      <p:stCondLst>
                        <p:cond delay="indefinite"/>
                      </p:stCondLst>
                      <p:childTnLst>
                        <p:par>
                          <p:cTn fill="hold" id="36">
                            <p:stCondLst>
                              <p:cond delay="0"/>
                            </p:stCondLst>
                            <p:childTnLst>
                              <p:par>
                                <p:cTn fill="hold" id="3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>
                                            <p:txEl>
                                              <p:charRg st="126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9"/>
                                        <p:tgtEl>
                                          <p:spTgt spid="1048599">
                                            <p:txEl>
                                              <p:charRg st="126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0"/>
                                        <p:tgtEl>
                                          <p:spTgt spid="1048599">
                                            <p:txEl>
                                              <p:charRg st="126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1">
                      <p:stCondLst>
                        <p:cond delay="indefinite"/>
                      </p:stCondLst>
                      <p:childTnLst>
                        <p:par>
                          <p:cTn fill="hold" id="42">
                            <p:stCondLst>
                              <p:cond delay="0"/>
                            </p:stCondLst>
                            <p:childTnLst>
                              <p:par>
                                <p:cTn fill="hold" id="4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>
                                            <p:txEl>
                                              <p:charRg st="149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5"/>
                                        <p:tgtEl>
                                          <p:spTgt spid="1048599">
                                            <p:txEl>
                                              <p:charRg st="149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6"/>
                                        <p:tgtEl>
                                          <p:spTgt spid="1048599">
                                            <p:txEl>
                                              <p:charRg st="149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1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第三节</a:t>
            </a:r>
            <a:r>
              <a:rPr altLang="zh-CN" b="1" sz="3800" lang="en-US">
                <a:latin typeface="Arial" pitchFamily="34" charset="0"/>
              </a:rPr>
              <a:t> One possible version:</a:t>
            </a:r>
          </a:p>
          <a:p>
            <a:pPr algn="ctr"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b="1" sz="3800" lang="en-US">
                <a:latin typeface="Arial" pitchFamily="34" charset="0"/>
              </a:rPr>
              <a:t>What a meaningful day!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b="1" sz="3800" lang="en-US">
                <a:latin typeface="Arial" pitchFamily="34" charset="0"/>
              </a:rPr>
              <a:t>      Last Saturday, I had a truly meaningful day.</a:t>
            </a:r>
            <a:r>
              <a:rPr altLang="zh-CN" sz="3800" lang="en-US">
                <a:latin typeface="Arial" pitchFamily="34" charset="0"/>
              </a:rPr>
              <a:t> 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My classmates and I did some voluntary work in 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Yongqing  Fang.  We  arrived  at  9: 00 a.m. and 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worked until 4: 00 p.m.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      Yongqing Fang is a place filled with traditional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culture, so in the morning, we introduced tourists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to   the   traditional   Chinese   lion   dance   and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0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0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>
                                            <p:txEl>
                                              <p:charRg st="26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1048601">
                                            <p:txEl>
                                              <p:charRg st="26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1048601">
                                            <p:txEl>
                                              <p:charRg st="26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>
                                            <p:txEl>
                                              <p:charRg st="49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5"/>
                                        <p:tgtEl>
                                          <p:spTgt spid="1048601">
                                            <p:txEl>
                                              <p:charRg st="49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6"/>
                                        <p:tgtEl>
                                          <p:spTgt spid="1048601">
                                            <p:txEl>
                                              <p:charRg st="49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>
                                            <p:txEl>
                                              <p:charRg st="101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9"/>
                                        <p:tgtEl>
                                          <p:spTgt spid="1048601">
                                            <p:txEl>
                                              <p:charRg st="101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0"/>
                                        <p:tgtEl>
                                          <p:spTgt spid="1048601">
                                            <p:txEl>
                                              <p:charRg st="101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1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>
                                            <p:txEl>
                                              <p:charRg st="149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3"/>
                                        <p:tgtEl>
                                          <p:spTgt spid="1048601">
                                            <p:txEl>
                                              <p:charRg st="149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4"/>
                                        <p:tgtEl>
                                          <p:spTgt spid="1048601">
                                            <p:txEl>
                                              <p:charRg st="149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>
                                            <p:txEl>
                                              <p:charRg st="199" end="2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7"/>
                                        <p:tgtEl>
                                          <p:spTgt spid="1048601">
                                            <p:txEl>
                                              <p:charRg st="199" end="2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8"/>
                                        <p:tgtEl>
                                          <p:spTgt spid="1048601">
                                            <p:txEl>
                                              <p:charRg st="199" end="2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>
                                            <p:txEl>
                                              <p:charRg st="223" end="2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1"/>
                                        <p:tgtEl>
                                          <p:spTgt spid="1048601">
                                            <p:txEl>
                                              <p:charRg st="223" end="27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2"/>
                                        <p:tgtEl>
                                          <p:spTgt spid="1048601">
                                            <p:txEl>
                                              <p:charRg st="223" end="27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>
                                            <p:txEl>
                                              <p:charRg st="278" end="3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5"/>
                                        <p:tgtEl>
                                          <p:spTgt spid="1048601">
                                            <p:txEl>
                                              <p:charRg st="278" end="3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6"/>
                                        <p:tgtEl>
                                          <p:spTgt spid="1048601">
                                            <p:txEl>
                                              <p:charRg st="278" end="3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>
                                            <p:txEl>
                                              <p:charRg st="329" end="3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9"/>
                                        <p:tgtEl>
                                          <p:spTgt spid="1048601">
                                            <p:txEl>
                                              <p:charRg st="329" end="38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40"/>
                                        <p:tgtEl>
                                          <p:spTgt spid="1048601">
                                            <p:txEl>
                                              <p:charRg st="329" end="38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2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Cantonese porcelain. Many tourists were attracted 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by them and took a lot of photos. In the afternoon, 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we picked up rubbish around Yongqing Fang and 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watered the flowers and trees. It felt good to help 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keep the environment clean and beautiful.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       Though it was a long day and I was a bit tired, 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it was such a wonderful experience that we all 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enjoyed  ourselves!   I  hope  we  can  do  more 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voluntary work in the future!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02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02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charRg st="51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1048602">
                                            <p:txEl>
                                              <p:charRg st="51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1048602">
                                            <p:txEl>
                                              <p:charRg st="51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charRg st="104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5"/>
                                        <p:tgtEl>
                                          <p:spTgt spid="1048602">
                                            <p:txEl>
                                              <p:charRg st="104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6"/>
                                        <p:tgtEl>
                                          <p:spTgt spid="1048602">
                                            <p:txEl>
                                              <p:charRg st="104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charRg st="151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9"/>
                                        <p:tgtEl>
                                          <p:spTgt spid="1048602">
                                            <p:txEl>
                                              <p:charRg st="151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0"/>
                                        <p:tgtEl>
                                          <p:spTgt spid="1048602">
                                            <p:txEl>
                                              <p:charRg st="151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1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charRg st="204" end="2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3"/>
                                        <p:tgtEl>
                                          <p:spTgt spid="1048602">
                                            <p:txEl>
                                              <p:charRg st="204" end="2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4"/>
                                        <p:tgtEl>
                                          <p:spTgt spid="1048602">
                                            <p:txEl>
                                              <p:charRg st="204" end="2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charRg st="246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7"/>
                                        <p:tgtEl>
                                          <p:spTgt spid="1048602">
                                            <p:txEl>
                                              <p:charRg st="246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8"/>
                                        <p:tgtEl>
                                          <p:spTgt spid="1048602">
                                            <p:txEl>
                                              <p:charRg st="246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charRg st="302" end="3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1"/>
                                        <p:tgtEl>
                                          <p:spTgt spid="1048602">
                                            <p:txEl>
                                              <p:charRg st="302" end="35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2"/>
                                        <p:tgtEl>
                                          <p:spTgt spid="1048602">
                                            <p:txEl>
                                              <p:charRg st="302" end="35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charRg st="350" end="4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5"/>
                                        <p:tgtEl>
                                          <p:spTgt spid="1048602">
                                            <p:txEl>
                                              <p:charRg st="350" end="40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6"/>
                                        <p:tgtEl>
                                          <p:spTgt spid="1048602">
                                            <p:txEl>
                                              <p:charRg st="350" end="40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charRg st="400" end="4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9"/>
                                        <p:tgtEl>
                                          <p:spTgt spid="1048602">
                                            <p:txEl>
                                              <p:charRg st="400" end="4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40"/>
                                        <p:tgtEl>
                                          <p:spTgt spid="1048602">
                                            <p:txEl>
                                              <p:charRg st="400" end="4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3" name="Rectangle 3"/>
          <p:cNvSpPr txBox="1"/>
          <p:nvPr/>
        </p:nvSpPr>
        <p:spPr>
          <a:xfrm rot="0">
            <a:off x="623887" y="763587"/>
            <a:ext cx="109775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10000"/>
              </a:lnSpc>
              <a:spcBef>
                <a:spcPts val="3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答案解析</a:t>
            </a:r>
          </a:p>
          <a:p>
            <a:pPr indent="-609600" lvl="0" marL="609600">
              <a:spcBef>
                <a:spcPts val="3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一、语言知识运用</a:t>
            </a:r>
          </a:p>
          <a:p>
            <a:pPr indent="-609600" lvl="0" marL="609600">
              <a:spcBef>
                <a:spcPts val="3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第一节</a:t>
            </a:r>
            <a:r>
              <a:rPr altLang="zh-CN" b="1" sz="3800" lang="en-US">
                <a:latin typeface="Arial" pitchFamily="34" charset="0"/>
              </a:rPr>
              <a:t> </a:t>
            </a:r>
            <a:r>
              <a:rPr altLang="en-US" b="1" sz="3800" lang="zh-CN">
                <a:latin typeface="Arial" pitchFamily="34" charset="0"/>
                <a:ea typeface="宋体" pitchFamily="2" charset="-122"/>
              </a:rPr>
              <a:t>语法选择</a:t>
            </a:r>
          </a:p>
          <a:p>
            <a:pPr indent="-609600" lvl="0" marL="609600">
              <a:spcBef>
                <a:spcPts val="3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【语篇解读】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本文讲述了</a:t>
            </a:r>
            <a:r>
              <a:rPr altLang="zh-CN" sz="3800" lang="en-US">
                <a:latin typeface="Arial" pitchFamily="34" charset="0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我</a:t>
            </a:r>
            <a:r>
              <a:rPr altLang="zh-CN" sz="3800" lang="en-US">
                <a:latin typeface="Arial" pitchFamily="34" charset="0"/>
              </a:rPr>
              <a:t>”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和朋友去一个中国手</a:t>
            </a:r>
          </a:p>
          <a:p>
            <a:pPr indent="-609600" lvl="0" marL="609600">
              <a:spcBef>
                <a:spcPts val="3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</a:rPr>
              <a:t>                    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工艺村制作香囊的故事。</a:t>
            </a:r>
          </a:p>
          <a:p>
            <a:pPr indent="-609600" lvl="0" marL="609600">
              <a:spcBef>
                <a:spcPts val="3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1. D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考查动词时态。由时间状语</a:t>
            </a:r>
            <a:r>
              <a:rPr altLang="zh-CN" sz="3800" lang="en-US">
                <a:latin typeface="Arial" pitchFamily="34" charset="0"/>
              </a:rPr>
              <a:t>for thousands of years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可知本句时态为现在完成时，故填</a:t>
            </a:r>
            <a:r>
              <a:rPr altLang="zh-CN" sz="3800" lang="en-US">
                <a:latin typeface="Arial" pitchFamily="34" charset="0"/>
              </a:rPr>
              <a:t>have been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。</a:t>
            </a:r>
          </a:p>
          <a:p>
            <a:pPr indent="-609600" lvl="0" marL="609600">
              <a:spcBef>
                <a:spcPts val="300"/>
              </a:spcBef>
              <a:buFontTx/>
              <a:buNone/>
            </a:pPr>
            <a:endParaRPr altLang="en-US" sz="3800" lang="zh-CN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48604" name="Rectangle 6"/>
          <p:cNvSpPr/>
          <p:nvPr/>
        </p:nvSpPr>
        <p:spPr>
          <a:xfrm rot="0">
            <a:off x="2695575" y="0"/>
            <a:ext cx="6799262" cy="561339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eaLnBrk="0" hangingPunct="0" lvl="0"/>
            <a:r>
              <a:rPr altLang="zh-CN" b="1" sz="2800" lang="en-US">
                <a:solidFill>
                  <a:srgbClr val="FF0000"/>
                </a:solidFill>
                <a:latin typeface="Arial" pitchFamily="34" charset="0"/>
                <a:sym typeface="宋体" pitchFamily="2" charset="-122"/>
              </a:rPr>
              <a:t>Units 1~4</a:t>
            </a:r>
            <a:r>
              <a:rPr altLang="en-US" b="1" sz="2800" lang="zh-CN">
                <a:solidFill>
                  <a:srgbClr val="FF0000"/>
                </a:solidFill>
                <a:latin typeface="Arial" pitchFamily="34" charset="0"/>
                <a:ea typeface="宋体" pitchFamily="2" charset="-122"/>
                <a:sym typeface="宋体" pitchFamily="2" charset="-122"/>
              </a:rPr>
              <a:t>期中练习题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3">
                                            <p:txEl>
                                              <p:charRg st="23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03">
                                            <p:txEl>
                                              <p:charRg st="23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03">
                                            <p:txEl>
                                              <p:charRg st="23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3">
                                            <p:txEl>
                                              <p:charRg st="47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1048603">
                                            <p:txEl>
                                              <p:charRg st="47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1048603">
                                            <p:txEl>
                                              <p:charRg st="47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id="1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3">
                                            <p:txEl>
                                              <p:charRg st="81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7"/>
                                        <p:tgtEl>
                                          <p:spTgt spid="1048603">
                                            <p:txEl>
                                              <p:charRg st="81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8"/>
                                        <p:tgtEl>
                                          <p:spTgt spid="1048603">
                                            <p:txEl>
                                              <p:charRg st="81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5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spcBef>
                <a:spcPts val="3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2. C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考查被动语态。由时间状语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Usually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可知本句时态为一般现在时；由句意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它由柔软的材料制成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”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可知用被动语态，结构为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主语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+ am/is/are +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动词的过去分词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”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，故填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is made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  <a:p>
            <a:pPr indent="-609600" lvl="0" marL="609600">
              <a:spcBef>
                <a:spcPts val="3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3. C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考查冠词。本句的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bag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指代上一句提到的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a pretty bag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，表特指用定冠词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the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  <a:p>
            <a:pPr indent="-609600" lvl="0" marL="609600">
              <a:spcBef>
                <a:spcPts val="3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4. B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考查情态动词。由句意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此外，我们可以从三种颜色中选择：红色、绿色和粉色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”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可知填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could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charRg st="0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05">
                                            <p:txEl>
                                              <p:charRg st="0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05">
                                            <p:txEl>
                                              <p:charRg st="0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charRg st="98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3"/>
                                        <p:tgtEl>
                                          <p:spTgt spid="1048605">
                                            <p:txEl>
                                              <p:charRg st="98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1048605">
                                            <p:txEl>
                                              <p:charRg st="98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id="1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>
                                            <p:txEl>
                                              <p:charRg st="147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9"/>
                                        <p:tgtEl>
                                          <p:spTgt spid="1048605">
                                            <p:txEl>
                                              <p:charRg st="147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0"/>
                                        <p:tgtEl>
                                          <p:spTgt spid="1048605">
                                            <p:txEl>
                                              <p:charRg st="147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6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spcBef>
                <a:spcPts val="3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5.  C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考查非谓语动词。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encourage sb. to do sth.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意为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鼓励某人做某事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”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，故填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to try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  <a:p>
            <a:pPr indent="-609600" lvl="0" marL="609600">
              <a:spcBef>
                <a:spcPts val="3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6.  D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考查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“other”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家族。该空后无名词，排除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B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；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another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意为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（三者及以上的）另一个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”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；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the other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后不接名词时意为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（两者中的）另一个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”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；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others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意为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其他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”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。由句意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她叫我用一只手拿着绳，用另一只手搓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”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可知填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the other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  <a:p>
            <a:pPr indent="-609600" lvl="0" marL="609600">
              <a:spcBef>
                <a:spcPts val="3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7.  B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考查形容词。由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much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可知此处应用比较级，故填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harder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6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06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06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6">
                                            <p:txEl>
                                              <p:charRg st="60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3"/>
                                        <p:tgtEl>
                                          <p:spTgt spid="1048606">
                                            <p:txEl>
                                              <p:charRg st="60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1048606">
                                            <p:txEl>
                                              <p:charRg st="60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id="1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6">
                                            <p:txEl>
                                              <p:charRg st="190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9"/>
                                        <p:tgtEl>
                                          <p:spTgt spid="1048606">
                                            <p:txEl>
                                              <p:charRg st="190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0"/>
                                        <p:tgtEl>
                                          <p:spTgt spid="1048606">
                                            <p:txEl>
                                              <p:charRg st="190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7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spcBef>
                <a:spcPts val="3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8.  A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考查副词。该空修饰动词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helped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，应用副词，且此处无级别变化，故填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immediately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  <a:p>
            <a:pPr indent="-609600" lvl="0" marL="609600">
              <a:spcBef>
                <a:spcPts val="3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9.  A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考查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so...that...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句型。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so + </a:t>
            </a:r>
            <a:r>
              <a:rPr altLang="zh-CN" sz="3800" i="1" lang="en-US">
                <a:latin typeface="Arial" pitchFamily="34" charset="0"/>
                <a:sym typeface="宋体" pitchFamily="2" charset="-122"/>
              </a:rPr>
              <a:t>adj./adv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. + that...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意为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如此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……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以至于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……”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，故填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so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  <a:p>
            <a:pPr indent="-609600" lvl="0" marL="609600">
              <a:spcBef>
                <a:spcPts val="3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10. B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考查非谓语动词。由句意可知本句的主语为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创作传统手工艺品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”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，应用动名词（短语）作主语，故填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Creating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7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07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07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7">
                                            <p:txEl>
                                              <p:charRg st="53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3"/>
                                        <p:tgtEl>
                                          <p:spTgt spid="1048607">
                                            <p:txEl>
                                              <p:charRg st="53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1048607">
                                            <p:txEl>
                                              <p:charRg st="53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id="1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7">
                                            <p:txEl>
                                              <p:charRg st="120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9"/>
                                        <p:tgtEl>
                                          <p:spTgt spid="1048607">
                                            <p:txEl>
                                              <p:charRg st="120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0"/>
                                        <p:tgtEl>
                                          <p:spTgt spid="1048607">
                                            <p:txEl>
                                              <p:charRg st="120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8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第二节</a:t>
            </a:r>
            <a:r>
              <a:rPr altLang="zh-CN" b="1" sz="3800" lang="en-US">
                <a:latin typeface="Arial" pitchFamily="34" charset="0"/>
              </a:rPr>
              <a:t> </a:t>
            </a:r>
            <a:r>
              <a:rPr altLang="en-US" b="1" sz="3800" lang="zh-CN">
                <a:latin typeface="Arial" pitchFamily="34" charset="0"/>
                <a:ea typeface="宋体" pitchFamily="2" charset="-122"/>
              </a:rPr>
              <a:t>完形填空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【语篇解读】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本文讲述了</a:t>
            </a:r>
            <a:r>
              <a:rPr altLang="zh-CN" sz="3800" lang="en-US">
                <a:latin typeface="Arial" pitchFamily="34" charset="0"/>
              </a:rPr>
              <a:t>Sal Ferranti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因常年行善，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</a:rPr>
              <a:t>在遭遇火灾后得到镇民们回报相助的故事。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11.A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后两句提到他经常给邻居免费食物和给当地团体分享比萨饼，可推测</a:t>
            </a:r>
            <a:r>
              <a:rPr altLang="zh-CN" sz="3800" lang="en-US">
                <a:latin typeface="Arial" pitchFamily="34" charset="0"/>
              </a:rPr>
              <a:t>Sal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确保镇上没有一人会挨饿，故填</a:t>
            </a:r>
            <a:r>
              <a:rPr altLang="zh-CN" sz="3800" lang="en-US">
                <a:latin typeface="Arial" pitchFamily="34" charset="0"/>
              </a:rPr>
              <a:t>hungry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12.B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下一句提到</a:t>
            </a:r>
            <a:r>
              <a:rPr altLang="zh-CN" sz="3800" lang="en-US">
                <a:latin typeface="Arial" pitchFamily="34" charset="0"/>
              </a:rPr>
              <a:t>Sal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帮他找到了住处，可知他在街上遇到了无家可归的男子，可知填</a:t>
            </a:r>
            <a:r>
              <a:rPr altLang="zh-CN" sz="3800" lang="en-US">
                <a:latin typeface="Arial" pitchFamily="34" charset="0"/>
              </a:rPr>
              <a:t>homeless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charRg st="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08">
                                            <p:txEl>
                                              <p:charRg st="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08">
                                            <p:txEl>
                                              <p:charRg st="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charRg st="39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1048608">
                                            <p:txEl>
                                              <p:charRg st="39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1048608">
                                            <p:txEl>
                                              <p:charRg st="39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id="1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charRg st="59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7"/>
                                        <p:tgtEl>
                                          <p:spTgt spid="1048608">
                                            <p:txEl>
                                              <p:charRg st="59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8"/>
                                        <p:tgtEl>
                                          <p:spTgt spid="1048608">
                                            <p:txEl>
                                              <p:charRg st="59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9">
                      <p:stCondLst>
                        <p:cond delay="indefinite"/>
                      </p:stCondLst>
                      <p:childTnLst>
                        <p:par>
                          <p:cTn fill="hold" id="20">
                            <p:stCondLst>
                              <p:cond delay="0"/>
                            </p:stCondLst>
                            <p:childTnLst>
                              <p:par>
                                <p:cTn fill="hold" id="2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>
                                            <p:txEl>
                                              <p:charRg st="119" end="1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3"/>
                                        <p:tgtEl>
                                          <p:spTgt spid="1048608">
                                            <p:txEl>
                                              <p:charRg st="119" end="17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4"/>
                                        <p:tgtEl>
                                          <p:spTgt spid="1048608">
                                            <p:txEl>
                                              <p:charRg st="119" end="17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9" name="Rectangle 3"/>
          <p:cNvSpPr txBox="1"/>
          <p:nvPr/>
        </p:nvSpPr>
        <p:spPr>
          <a:xfrm rot="0">
            <a:off x="623887" y="692150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13.A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由上下文可知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Sal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经常帮助镇民，可知镇民们都认为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Sal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是个有求必应的人，故填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nodded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14.C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本句意为：不幸的是，有一天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Sal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的比萨饼店被烧毁了，故填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sadly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15.D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下一句提到他们很累，可推测火灾过后，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Sal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和工人们就开始了清理工作，故填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cleaning up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 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16.A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下一句提到他们不求回报，一整天都在拆除那栋受损的建筑，可知他们主动提出帮忙，故填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offered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9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09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09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9">
                                            <p:txEl>
                                              <p:charRg st="51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3"/>
                                        <p:tgtEl>
                                          <p:spTgt spid="1048609">
                                            <p:txEl>
                                              <p:charRg st="51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1048609">
                                            <p:txEl>
                                              <p:charRg st="51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id="1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9">
                                            <p:txEl>
                                              <p:charRg st="91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9"/>
                                        <p:tgtEl>
                                          <p:spTgt spid="1048609">
                                            <p:txEl>
                                              <p:charRg st="91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0"/>
                                        <p:tgtEl>
                                          <p:spTgt spid="1048609">
                                            <p:txEl>
                                              <p:charRg st="91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id="2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9">
                                            <p:txEl>
                                              <p:charRg st="146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5"/>
                                        <p:tgtEl>
                                          <p:spTgt spid="1048609">
                                            <p:txEl>
                                              <p:charRg st="146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6"/>
                                        <p:tgtEl>
                                          <p:spTgt spid="1048609">
                                            <p:txEl>
                                              <p:charRg st="146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0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17.B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第一、二段提到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Sal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经常帮助镇民，第三段提到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30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个当地人来帮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Sal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，可知这些人在回报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Sal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的善意，故填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returning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18.C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上一句提到不久，更多镇民加入了（帮助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Sal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），可推测每个人都记得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Sal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曾经多么善良，故填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kind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19.D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下一句提到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Sal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每年会挑选一个曾帮过他的家庭，在他们的农场工作两天，可推测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Sal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没有忘记火灾后镇民们对他的行为，故填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behaviour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0">
                                            <p:txEl>
                                              <p:charRg st="0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10">
                                            <p:txEl>
                                              <p:charRg st="0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10">
                                            <p:txEl>
                                              <p:charRg st="0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0">
                                            <p:txEl>
                                              <p:charRg st="67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3"/>
                                        <p:tgtEl>
                                          <p:spTgt spid="1048610">
                                            <p:txEl>
                                              <p:charRg st="67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1048610">
                                            <p:txEl>
                                              <p:charRg st="67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id="1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0">
                                            <p:txEl>
                                              <p:charRg st="122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9"/>
                                        <p:tgtEl>
                                          <p:spTgt spid="1048610">
                                            <p:txEl>
                                              <p:charRg st="122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0"/>
                                        <p:tgtEl>
                                          <p:spTgt spid="1048610">
                                            <p:txEl>
                                              <p:charRg st="122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1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20.D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本文讲述了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Sal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和镇民们互帮互助的故事，可知就这样，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Sal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和镇上的人们便一次次地互相帮助，故填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town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1">
                                            <p:txEl>
                                              <p:charRg st="0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11">
                                            <p:txEl>
                                              <p:charRg st="0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11">
                                            <p:txEl>
                                              <p:charRg st="0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2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二、阅读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第一节</a:t>
            </a:r>
            <a:r>
              <a:rPr altLang="zh-CN" b="1" sz="3800" lang="en-US">
                <a:latin typeface="Arial" pitchFamily="34" charset="0"/>
              </a:rPr>
              <a:t> </a:t>
            </a:r>
            <a:r>
              <a:rPr altLang="en-US" b="1" sz="3800" lang="zh-CN">
                <a:latin typeface="Arial" pitchFamily="34" charset="0"/>
                <a:ea typeface="宋体" pitchFamily="2" charset="-122"/>
              </a:rPr>
              <a:t>阅读理解</a:t>
            </a:r>
          </a:p>
          <a:p>
            <a:pPr algn="ctr"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b="1" sz="3800" lang="en-US">
                <a:latin typeface="Arial" pitchFamily="34" charset="0"/>
              </a:rPr>
              <a:t>A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【语篇解读】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本材料为博物馆的志愿者招聘启事。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21.B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细节理解题。由</a:t>
            </a:r>
            <a:r>
              <a:rPr altLang="zh-CN" sz="3800" lang="en-US">
                <a:latin typeface="Arial" pitchFamily="34" charset="0"/>
              </a:rPr>
              <a:t>Option 1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部分第一、二句可知。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22.C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细节理解题。由</a:t>
            </a:r>
            <a:r>
              <a:rPr altLang="zh-CN" sz="3800" lang="en-US">
                <a:latin typeface="Arial" pitchFamily="34" charset="0"/>
              </a:rPr>
              <a:t>What you will gain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部分第一句可知。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endParaRPr altLang="en-US" sz="3800" lang="zh-CN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>
                                            <p:txEl>
                                              <p:charRg st="16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12">
                                            <p:txEl>
                                              <p:charRg st="16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12">
                                            <p:txEl>
                                              <p:charRg st="16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>
                                            <p:txEl>
                                              <p:charRg st="39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3"/>
                                        <p:tgtEl>
                                          <p:spTgt spid="1048612">
                                            <p:txEl>
                                              <p:charRg st="39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1048612">
                                            <p:txEl>
                                              <p:charRg st="39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id="1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>
                                            <p:txEl>
                                              <p:charRg st="70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9"/>
                                        <p:tgtEl>
                                          <p:spTgt spid="1048612">
                                            <p:txEl>
                                              <p:charRg st="70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0"/>
                                        <p:tgtEl>
                                          <p:spTgt spid="1048612">
                                            <p:txEl>
                                              <p:charRg st="70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3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23.C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细节理解题。由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Requirements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部分第一点可知。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24.D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细节理解题。由本材料最后一句可知。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25.A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推理判断题。本材料为博物馆的志愿者招聘启事，故有可能来自一份博物馆通知。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1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1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3">
                                            <p:txEl>
                                              <p:charRg st="33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3"/>
                                        <p:tgtEl>
                                          <p:spTgt spid="1048613">
                                            <p:txEl>
                                              <p:charRg st="33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1048613">
                                            <p:txEl>
                                              <p:charRg st="33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id="1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3">
                                            <p:txEl>
                                              <p:charRg st="56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9"/>
                                        <p:tgtEl>
                                          <p:spTgt spid="1048613">
                                            <p:txEl>
                                              <p:charRg st="56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0"/>
                                        <p:tgtEl>
                                          <p:spTgt spid="1048613">
                                            <p:txEl>
                                              <p:charRg st="56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4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【常考短语】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focus on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集中；特别关注；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                     serve as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担任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【常考句型】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if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引导的条件状语从句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例句：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If you are interested, apply now! 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           (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第一段最后一句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)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译文：若你感兴趣，请立即申请！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14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14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>
                                            <p:txEl>
                                              <p:charRg st="24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1048614">
                                            <p:txEl>
                                              <p:charRg st="24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1048614">
                                            <p:txEl>
                                              <p:charRg st="24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id="1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>
                                            <p:txEl>
                                              <p:charRg st="58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7"/>
                                        <p:tgtEl>
                                          <p:spTgt spid="1048614">
                                            <p:txEl>
                                              <p:charRg st="58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8"/>
                                        <p:tgtEl>
                                          <p:spTgt spid="1048614">
                                            <p:txEl>
                                              <p:charRg st="58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>
                                            <p:txEl>
                                              <p:charRg st="76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1"/>
                                        <p:tgtEl>
                                          <p:spTgt spid="1048614">
                                            <p:txEl>
                                              <p:charRg st="76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2"/>
                                        <p:tgtEl>
                                          <p:spTgt spid="1048614">
                                            <p:txEl>
                                              <p:charRg st="76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>
                                            <p:txEl>
                                              <p:charRg st="114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5"/>
                                        <p:tgtEl>
                                          <p:spTgt spid="1048614">
                                            <p:txEl>
                                              <p:charRg st="114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6"/>
                                        <p:tgtEl>
                                          <p:spTgt spid="1048614">
                                            <p:txEl>
                                              <p:charRg st="114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>
                                            <p:txEl>
                                              <p:charRg st="135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9"/>
                                        <p:tgtEl>
                                          <p:spTgt spid="1048614">
                                            <p:txEl>
                                              <p:charRg st="135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0"/>
                                        <p:tgtEl>
                                          <p:spTgt spid="1048614">
                                            <p:txEl>
                                              <p:charRg st="135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5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b="1" sz="3800" lang="en-US">
                <a:latin typeface="Arial" pitchFamily="34" charset="0"/>
              </a:rPr>
              <a:t>B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【语篇解读】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本文讲述了</a:t>
            </a:r>
            <a:r>
              <a:rPr altLang="zh-CN" sz="3800" lang="en-US">
                <a:latin typeface="Arial" pitchFamily="34" charset="0"/>
              </a:rPr>
              <a:t>Shamel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在超市偶遇偶像，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</a:rPr>
              <a:t>                   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从紧张不敢说话到最终鼓起勇气邀请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</a:rPr>
              <a:t>                   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他参加家庭户外烧烤的故事。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26.D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推理判断题。由第二段第一句的购物车和后文买猪排可推测</a:t>
            </a:r>
            <a:r>
              <a:rPr altLang="zh-CN" sz="3800" lang="en-US">
                <a:latin typeface="Arial" pitchFamily="34" charset="0"/>
              </a:rPr>
              <a:t>Shamel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和妈妈在超市。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endParaRPr altLang="en-US" sz="3800" lang="zh-CN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charRg st="2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15">
                                            <p:txEl>
                                              <p:charRg st="2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15">
                                            <p:txEl>
                                              <p:charRg st="2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charRg st="28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1048615">
                                            <p:txEl>
                                              <p:charRg st="28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1048615">
                                            <p:txEl>
                                              <p:charRg st="28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charRg st="66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5"/>
                                        <p:tgtEl>
                                          <p:spTgt spid="1048615">
                                            <p:txEl>
                                              <p:charRg st="66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6"/>
                                        <p:tgtEl>
                                          <p:spTgt spid="1048615">
                                            <p:txEl>
                                              <p:charRg st="66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id="1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charRg st="101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1"/>
                                        <p:tgtEl>
                                          <p:spTgt spid="1048615">
                                            <p:txEl>
                                              <p:charRg st="101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2"/>
                                        <p:tgtEl>
                                          <p:spTgt spid="1048615">
                                            <p:txEl>
                                              <p:charRg st="101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6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27.D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词义猜测题。第四段最后三句提到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Shamel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心跳加速、不知道说什么、在他动身前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Smart Guy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就走了，可推测当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Shamel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到达肉品区见到偶像时，他突然僵住了，故选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D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28. D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细节理解题。由第七、八段可知。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29. B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细节理解题。由倒数第二、三段可知。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6">
                                            <p:txEl>
                                              <p:charRg st="0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16">
                                            <p:txEl>
                                              <p:charRg st="0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16">
                                            <p:txEl>
                                              <p:charRg st="0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6">
                                            <p:txEl>
                                              <p:charRg st="89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3"/>
                                        <p:tgtEl>
                                          <p:spTgt spid="1048616">
                                            <p:txEl>
                                              <p:charRg st="89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1048616">
                                            <p:txEl>
                                              <p:charRg st="89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id="1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6">
                                            <p:txEl>
                                              <p:charRg st="111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9"/>
                                        <p:tgtEl>
                                          <p:spTgt spid="1048616">
                                            <p:txEl>
                                              <p:charRg st="111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0"/>
                                        <p:tgtEl>
                                          <p:spTgt spid="1048616">
                                            <p:txEl>
                                              <p:charRg st="111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7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30.B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推理判断题。当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Shamel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不敢跟偶像说话时，妈妈鼓励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Shamel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要有勇气（第九段），最终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Shamel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鼓起勇气和偶像说话并邀请他来参加家庭户外烧烤时，妈妈最有可能表扬他做得好，故选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B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7">
                                            <p:txEl>
                                              <p:charRg st="0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17">
                                            <p:txEl>
                                              <p:charRg st="0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17">
                                            <p:txEl>
                                              <p:charRg st="0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8" name="Rectangle 3"/>
          <p:cNvSpPr txBox="1"/>
          <p:nvPr/>
        </p:nvSpPr>
        <p:spPr>
          <a:xfrm rot="0">
            <a:off x="511175" y="763587"/>
            <a:ext cx="11102975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【常考短语】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be sorry about sth.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对某事感到抱歉；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                     turn to sb.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转向某人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【常考句型】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the +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比较级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, the +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比较级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例句：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The slower you go, the longer we’ll be here. 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           (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第一段第二句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)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译文：你走得越慢，我们就在这里待得越久。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18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18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charRg st="35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1048618">
                                            <p:txEl>
                                              <p:charRg st="35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1048618">
                                            <p:txEl>
                                              <p:charRg st="35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id="1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charRg st="74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7"/>
                                        <p:tgtEl>
                                          <p:spTgt spid="1048618">
                                            <p:txEl>
                                              <p:charRg st="74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8"/>
                                        <p:tgtEl>
                                          <p:spTgt spid="1048618">
                                            <p:txEl>
                                              <p:charRg st="74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charRg st="99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1"/>
                                        <p:tgtEl>
                                          <p:spTgt spid="1048618">
                                            <p:txEl>
                                              <p:charRg st="99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2"/>
                                        <p:tgtEl>
                                          <p:spTgt spid="1048618">
                                            <p:txEl>
                                              <p:charRg st="99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charRg st="148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5"/>
                                        <p:tgtEl>
                                          <p:spTgt spid="1048618">
                                            <p:txEl>
                                              <p:charRg st="148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6"/>
                                        <p:tgtEl>
                                          <p:spTgt spid="1048618">
                                            <p:txEl>
                                              <p:charRg st="148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>
                                            <p:txEl>
                                              <p:charRg st="168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9"/>
                                        <p:tgtEl>
                                          <p:spTgt spid="1048618">
                                            <p:txEl>
                                              <p:charRg st="168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0"/>
                                        <p:tgtEl>
                                          <p:spTgt spid="1048618">
                                            <p:txEl>
                                              <p:charRg st="168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9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algn="ctr"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b="1" sz="3800" lang="en-US">
                <a:latin typeface="Arial" pitchFamily="34" charset="0"/>
              </a:rPr>
              <a:t>C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【语篇解读】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本文介绍了中国</a:t>
            </a:r>
            <a:r>
              <a:rPr altLang="zh-CN" sz="3800" lang="en-US">
                <a:latin typeface="Arial" pitchFamily="34" charset="0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人造太阳</a:t>
            </a:r>
            <a:r>
              <a:rPr altLang="zh-CN" sz="3800" lang="en-US">
                <a:latin typeface="Arial" pitchFamily="34" charset="0"/>
              </a:rPr>
              <a:t>”EAST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装置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</a:rPr>
              <a:t>                    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在受控核聚变领域取得的重大突破及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</a:rPr>
              <a:t>                    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其重要意义。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31. A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细节理解题。由第一段倒数第二句可知。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32. B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细节理解题。由第三段第三句可知。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33. A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细节理解题。由第四段第三句可知。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endParaRPr altLang="en-US" sz="3800" lang="zh-CN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9">
                                            <p:txEl>
                                              <p:charRg st="2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19">
                                            <p:txEl>
                                              <p:charRg st="2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19">
                                            <p:txEl>
                                              <p:charRg st="2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9">
                                            <p:txEl>
                                              <p:charRg st="28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1048619">
                                            <p:txEl>
                                              <p:charRg st="28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1048619">
                                            <p:txEl>
                                              <p:charRg st="28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9">
                                            <p:txEl>
                                              <p:charRg st="67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5"/>
                                        <p:tgtEl>
                                          <p:spTgt spid="1048619">
                                            <p:txEl>
                                              <p:charRg st="67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6"/>
                                        <p:tgtEl>
                                          <p:spTgt spid="1048619">
                                            <p:txEl>
                                              <p:charRg st="67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id="1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9">
                                            <p:txEl>
                                              <p:charRg st="96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1"/>
                                        <p:tgtEl>
                                          <p:spTgt spid="1048619">
                                            <p:txEl>
                                              <p:charRg st="96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2"/>
                                        <p:tgtEl>
                                          <p:spTgt spid="1048619">
                                            <p:txEl>
                                              <p:charRg st="96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3">
                      <p:stCondLst>
                        <p:cond delay="indefinite"/>
                      </p:stCondLst>
                      <p:childTnLst>
                        <p:par>
                          <p:cTn fill="hold" id="24">
                            <p:stCondLst>
                              <p:cond delay="0"/>
                            </p:stCondLst>
                            <p:childTnLst>
                              <p:par>
                                <p:cTn fill="hold" id="2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9">
                                            <p:txEl>
                                              <p:charRg st="121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7"/>
                                        <p:tgtEl>
                                          <p:spTgt spid="1048619">
                                            <p:txEl>
                                              <p:charRg st="121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8"/>
                                        <p:tgtEl>
                                          <p:spTgt spid="1048619">
                                            <p:txEl>
                                              <p:charRg st="121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9">
                      <p:stCondLst>
                        <p:cond delay="indefinite"/>
                      </p:stCondLst>
                      <p:childTnLst>
                        <p:par>
                          <p:cTn fill="hold" id="30">
                            <p:stCondLst>
                              <p:cond delay="0"/>
                            </p:stCondLst>
                            <p:childTnLst>
                              <p:par>
                                <p:cTn fill="hold" id="3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9">
                                            <p:txEl>
                                              <p:charRg st="144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3"/>
                                        <p:tgtEl>
                                          <p:spTgt spid="1048619">
                                            <p:txEl>
                                              <p:charRg st="144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4"/>
                                        <p:tgtEl>
                                          <p:spTgt spid="1048619">
                                            <p:txEl>
                                              <p:charRg st="144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0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34.C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推理判断题。本文最后一句提到这一伟大的研究不仅是中国的征程，也是全世界科学家的共同目标，可推测下一段的开头最有可能与其他国家的聚变技术相关，故选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C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35.C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写作目的题。本文介绍了中国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人造太阳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” EAST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装置在受控核聚变领域取得的重大突破及其重要意义，故选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C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0">
                                            <p:txEl>
                                              <p:charRg st="0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20">
                                            <p:txEl>
                                              <p:charRg st="0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20">
                                            <p:txEl>
                                              <p:charRg st="0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0">
                                            <p:txEl>
                                              <p:charRg st="80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3"/>
                                        <p:tgtEl>
                                          <p:spTgt spid="1048620">
                                            <p:txEl>
                                              <p:charRg st="80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1048620">
                                            <p:txEl>
                                              <p:charRg st="80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1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【常考短语】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give out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散发；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come true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实现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【常考句型】宾语从句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例句：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This cool technology could change how we 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           get energy forever. (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第一段最后一句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)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译文：这项酷炫的技术可能会永远改变我们获取能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         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源的方式。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21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21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>
                                            <p:txEl>
                                              <p:charRg st="31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3"/>
                                        <p:tgtEl>
                                          <p:spTgt spid="1048621">
                                            <p:txEl>
                                              <p:charRg st="31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1048621">
                                            <p:txEl>
                                              <p:charRg st="31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>
                                            <p:txEl>
                                              <p:charRg st="42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7"/>
                                        <p:tgtEl>
                                          <p:spTgt spid="1048621">
                                            <p:txEl>
                                              <p:charRg st="42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8"/>
                                        <p:tgtEl>
                                          <p:spTgt spid="1048621">
                                            <p:txEl>
                                              <p:charRg st="42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>
                                            <p:txEl>
                                              <p:charRg st="87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1"/>
                                        <p:tgtEl>
                                          <p:spTgt spid="1048621">
                                            <p:txEl>
                                              <p:charRg st="87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2"/>
                                        <p:tgtEl>
                                          <p:spTgt spid="1048621">
                                            <p:txEl>
                                              <p:charRg st="87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>
                                            <p:txEl>
                                              <p:charRg st="128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5"/>
                                        <p:tgtEl>
                                          <p:spTgt spid="1048621">
                                            <p:txEl>
                                              <p:charRg st="128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6"/>
                                        <p:tgtEl>
                                          <p:spTgt spid="1048621">
                                            <p:txEl>
                                              <p:charRg st="128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>
                                            <p:txEl>
                                              <p:charRg st="151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9"/>
                                        <p:tgtEl>
                                          <p:spTgt spid="1048621">
                                            <p:txEl>
                                              <p:charRg st="151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0"/>
                                        <p:tgtEl>
                                          <p:spTgt spid="1048621">
                                            <p:txEl>
                                              <p:charRg st="151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2" name="Rectangle 3"/>
          <p:cNvSpPr txBox="1"/>
          <p:nvPr/>
        </p:nvSpPr>
        <p:spPr>
          <a:xfrm rot="0">
            <a:off x="623887" y="692150"/>
            <a:ext cx="10923588" cy="5699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第二节</a:t>
            </a:r>
            <a:r>
              <a:rPr altLang="zh-CN" b="1" sz="3800" lang="en-US">
                <a:latin typeface="Arial" pitchFamily="34" charset="0"/>
              </a:rPr>
              <a:t> </a:t>
            </a:r>
            <a:r>
              <a:rPr altLang="en-US" b="1" sz="3800" lang="zh-CN">
                <a:latin typeface="Arial" pitchFamily="34" charset="0"/>
                <a:ea typeface="宋体" pitchFamily="2" charset="-122"/>
              </a:rPr>
              <a:t>阅读填空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【语篇解读】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本文介绍了动作捕捉技术在游戏开发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</a:rPr>
              <a:t>                    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中的应用。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36.A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后两句提到它为动画角色捕捉真实的动作</a:t>
            </a:r>
            <a:r>
              <a:rPr altLang="zh-CN" sz="3800" lang="en-US">
                <a:latin typeface="Arial" pitchFamily="34" charset="0"/>
              </a:rPr>
              <a:t>,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例如中国电影《独行月球》的金刚鼠</a:t>
            </a:r>
            <a:r>
              <a:rPr altLang="zh-CN" sz="3800" lang="en-US">
                <a:latin typeface="Arial" pitchFamily="34" charset="0"/>
              </a:rPr>
              <a:t>,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可推测该空应选</a:t>
            </a:r>
            <a:r>
              <a:rPr altLang="zh-CN" sz="3800" lang="en-US">
                <a:latin typeface="Arial" pitchFamily="34" charset="0"/>
              </a:rPr>
              <a:t>A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项</a:t>
            </a:r>
            <a:r>
              <a:rPr altLang="zh-CN" sz="3800" lang="en-US">
                <a:latin typeface="Arial" pitchFamily="34" charset="0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动作捕捉最初被用于电影中</a:t>
            </a:r>
            <a:r>
              <a:rPr altLang="zh-CN" sz="3800" lang="en-US">
                <a:latin typeface="Arial" pitchFamily="34" charset="0"/>
              </a:rPr>
              <a:t>”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37.C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上一句提到演员穿着有标记或传感器的套装走动，可推测该空应选</a:t>
            </a:r>
            <a:r>
              <a:rPr altLang="zh-CN" sz="3800" lang="en-US">
                <a:latin typeface="Arial" pitchFamily="34" charset="0"/>
              </a:rPr>
              <a:t>C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项</a:t>
            </a:r>
            <a:r>
              <a:rPr altLang="zh-CN" sz="3800" lang="en-US">
                <a:latin typeface="Arial" pitchFamily="34" charset="0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他们的动作被记录并放到动画角色上</a:t>
            </a:r>
            <a:r>
              <a:rPr altLang="zh-CN" sz="3800" lang="en-US">
                <a:latin typeface="Arial" pitchFamily="34" charset="0"/>
              </a:rPr>
              <a:t>”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2">
                                            <p:txEl>
                                              <p:charRg st="9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22">
                                            <p:txEl>
                                              <p:charRg st="9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22">
                                            <p:txEl>
                                              <p:charRg st="9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2">
                                            <p:txEl>
                                              <p:charRg st="32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1048622">
                                            <p:txEl>
                                              <p:charRg st="32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1048622">
                                            <p:txEl>
                                              <p:charRg st="32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id="1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2">
                                            <p:txEl>
                                              <p:charRg st="60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7"/>
                                        <p:tgtEl>
                                          <p:spTgt spid="1048622">
                                            <p:txEl>
                                              <p:charRg st="60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8"/>
                                        <p:tgtEl>
                                          <p:spTgt spid="1048622">
                                            <p:txEl>
                                              <p:charRg st="60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9">
                      <p:stCondLst>
                        <p:cond delay="indefinite"/>
                      </p:stCondLst>
                      <p:childTnLst>
                        <p:par>
                          <p:cTn fill="hold" id="20">
                            <p:stCondLst>
                              <p:cond delay="0"/>
                            </p:stCondLst>
                            <p:childTnLst>
                              <p:par>
                                <p:cTn fill="hold" id="2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2">
                                            <p:txEl>
                                              <p:charRg st="128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3"/>
                                        <p:tgtEl>
                                          <p:spTgt spid="1048622">
                                            <p:txEl>
                                              <p:charRg st="128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4"/>
                                        <p:tgtEl>
                                          <p:spTgt spid="1048622">
                                            <p:txEl>
                                              <p:charRg st="128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3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38.B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后两句提到传统动画花时间，而动作捕捉可快速记录动作，可推测该空应选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B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项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它还有助于加快游戏制作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”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39.E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上一句提到动作捕捉能帮动画师发挥创造力，可推测该空应选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E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项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他们能尝试不同动作，捕捉很多表情和行为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”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40.D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前两句提到动作捕捉对游戏开发的好处，可推测该空应选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D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项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随着技术的进步，动作捕捉将在让游戏变得更好方面发挥重要作用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”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3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23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23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3">
                                            <p:txEl>
                                              <p:charRg st="55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3"/>
                                        <p:tgtEl>
                                          <p:spTgt spid="1048623">
                                            <p:txEl>
                                              <p:charRg st="55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1048623">
                                            <p:txEl>
                                              <p:charRg st="55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id="1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3">
                                            <p:txEl>
                                              <p:charRg st="112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9"/>
                                        <p:tgtEl>
                                          <p:spTgt spid="1048623">
                                            <p:txEl>
                                              <p:charRg st="112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0"/>
                                        <p:tgtEl>
                                          <p:spTgt spid="1048623">
                                            <p:txEl>
                                              <p:charRg st="112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4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三、项目式情境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第一节</a:t>
            </a:r>
            <a:r>
              <a:rPr altLang="zh-CN" b="1" sz="3800" lang="en-US">
                <a:latin typeface="Arial" pitchFamily="34" charset="0"/>
              </a:rPr>
              <a:t> </a:t>
            </a:r>
            <a:r>
              <a:rPr altLang="en-US" b="1" sz="3800" lang="zh-CN">
                <a:latin typeface="Arial" pitchFamily="34" charset="0"/>
                <a:ea typeface="宋体" pitchFamily="2" charset="-122"/>
              </a:rPr>
              <a:t>配对阅读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41.E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本题提到</a:t>
            </a:r>
            <a:r>
              <a:rPr altLang="zh-CN" sz="3800" lang="en-US">
                <a:latin typeface="Arial" pitchFamily="34" charset="0"/>
              </a:rPr>
              <a:t>Lily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热爱芭蕾但用肢体语言表达情感有困难，应匹配</a:t>
            </a:r>
            <a:r>
              <a:rPr altLang="zh-CN" sz="3800" lang="en-US">
                <a:latin typeface="Arial" pitchFamily="34" charset="0"/>
              </a:rPr>
              <a:t>E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项的观看著名芭蕾视频学习并在镜前练习。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42.A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本题提到</a:t>
            </a:r>
            <a:r>
              <a:rPr altLang="zh-CN" sz="3800" lang="en-US">
                <a:latin typeface="Arial" pitchFamily="34" charset="0"/>
              </a:rPr>
              <a:t>Mike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花太多时间画画，父母担心他的学习，应匹配</a:t>
            </a:r>
            <a:r>
              <a:rPr altLang="zh-CN" sz="3800" lang="en-US">
                <a:latin typeface="Arial" pitchFamily="34" charset="0"/>
              </a:rPr>
              <a:t>A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项的每天固定时间画画并将爱好转化为优势。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4">
                                            <p:txEl>
                                              <p:charRg st="17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24">
                                            <p:txEl>
                                              <p:charRg st="17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24">
                                            <p:txEl>
                                              <p:charRg st="17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4">
                                            <p:txEl>
                                              <p:charRg st="72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3"/>
                                        <p:tgtEl>
                                          <p:spTgt spid="1048624">
                                            <p:txEl>
                                              <p:charRg st="72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1048624">
                                            <p:txEl>
                                              <p:charRg st="72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5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43.B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本题提到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Ben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不知道如何组织筹款活动，应匹配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B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项的制定清晰的筹款计划并分组分配任务。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44.C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本题提到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Anna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对水墨画感兴趣但觉得很难学好，应匹配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C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项的加入有老师指导和初学者陪伴的中国画社团。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45.D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本题提到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Cindy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内向且不敢与他人有眼神交流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,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还害怕与陌生人讲话，应匹配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D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项的深呼吸、练习微笑和看对方鼻子或额头。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5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25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25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5">
                                            <p:txEl>
                                              <p:charRg st="48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3"/>
                                        <p:tgtEl>
                                          <p:spTgt spid="1048625">
                                            <p:txEl>
                                              <p:charRg st="48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1048625">
                                            <p:txEl>
                                              <p:charRg st="48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id="1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5">
                                            <p:txEl>
                                              <p:charRg st="103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9"/>
                                        <p:tgtEl>
                                          <p:spTgt spid="1048625">
                                            <p:txEl>
                                              <p:charRg st="103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0"/>
                                        <p:tgtEl>
                                          <p:spTgt spid="1048625">
                                            <p:txEl>
                                              <p:charRg st="103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6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第二节</a:t>
            </a:r>
            <a:r>
              <a:rPr altLang="zh-CN" b="1" sz="3800" lang="en-US">
                <a:latin typeface="Arial" pitchFamily="34" charset="0"/>
              </a:rPr>
              <a:t> </a:t>
            </a:r>
            <a:r>
              <a:rPr altLang="en-US" b="1" sz="3800" lang="zh-CN">
                <a:latin typeface="Arial" pitchFamily="34" charset="0"/>
                <a:ea typeface="宋体" pitchFamily="2" charset="-122"/>
              </a:rPr>
              <a:t>回答问题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46. More worried.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由第三段第一句可知。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47. Confident and strong.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由第三段最后一可知。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48. Tell others how you feel.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由第四段第一句可知。</a:t>
            </a:r>
            <a:r>
              <a:rPr altLang="zh-CN" sz="3800" lang="en-US">
                <a:latin typeface="Arial" pitchFamily="34" charset="0"/>
              </a:rPr>
              <a:t> 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49. Take a power pose.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由第五段第一句可知。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50. For a few minutes.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由第五段倒数第二句可知。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6">
                                            <p:txEl>
                                              <p:charRg st="9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26">
                                            <p:txEl>
                                              <p:charRg st="9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26">
                                            <p:txEl>
                                              <p:charRg st="9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6">
                                            <p:txEl>
                                              <p:charRg st="38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3"/>
                                        <p:tgtEl>
                                          <p:spTgt spid="1048626">
                                            <p:txEl>
                                              <p:charRg st="38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1048626">
                                            <p:txEl>
                                              <p:charRg st="38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id="1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6">
                                            <p:txEl>
                                              <p:charRg st="75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9"/>
                                        <p:tgtEl>
                                          <p:spTgt spid="1048626">
                                            <p:txEl>
                                              <p:charRg st="75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0"/>
                                        <p:tgtEl>
                                          <p:spTgt spid="1048626">
                                            <p:txEl>
                                              <p:charRg st="75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id="2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6">
                                            <p:txEl>
                                              <p:charRg st="117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5"/>
                                        <p:tgtEl>
                                          <p:spTgt spid="1048626">
                                            <p:txEl>
                                              <p:charRg st="117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6"/>
                                        <p:tgtEl>
                                          <p:spTgt spid="1048626">
                                            <p:txEl>
                                              <p:charRg st="117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7">
                      <p:stCondLst>
                        <p:cond delay="indefinite"/>
                      </p:stCondLst>
                      <p:childTnLst>
                        <p:par>
                          <p:cTn fill="hold" id="28">
                            <p:stCondLst>
                              <p:cond delay="0"/>
                            </p:stCondLst>
                            <p:childTnLst>
                              <p:par>
                                <p:cTn fill="hold" id="2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6">
                                            <p:txEl>
                                              <p:charRg st="151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1"/>
                                        <p:tgtEl>
                                          <p:spTgt spid="1048626">
                                            <p:txEl>
                                              <p:charRg st="151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2"/>
                                        <p:tgtEl>
                                          <p:spTgt spid="1048626">
                                            <p:txEl>
                                              <p:charRg st="151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7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四、写作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第一节</a:t>
            </a:r>
            <a:r>
              <a:rPr altLang="zh-CN" b="1" sz="3800" lang="en-US">
                <a:latin typeface="Arial" pitchFamily="34" charset="0"/>
              </a:rPr>
              <a:t> </a:t>
            </a:r>
            <a:r>
              <a:rPr altLang="en-US" b="1" sz="3800" lang="zh-CN">
                <a:latin typeface="Arial" pitchFamily="34" charset="0"/>
                <a:ea typeface="宋体" pitchFamily="2" charset="-122"/>
              </a:rPr>
              <a:t>语篇填词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【语篇解读】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本文介绍了迪士尼</a:t>
            </a:r>
            <a:r>
              <a:rPr altLang="zh-CN" sz="3800" lang="en-US">
                <a:latin typeface="Arial" pitchFamily="34" charset="0"/>
              </a:rPr>
              <a:t>·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皮克斯新动画电影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</a:rPr>
              <a:t>                  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《河狸变身计划》的剧情和主题。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(51) advanced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句意：她利用一项先进的技术将自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</a:rPr>
              <a:t>     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己的意识植入一只逼真的机器海狸体内。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endParaRPr altLang="en-US" sz="3800" lang="zh-CN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7">
                                            <p:txEl>
                                              <p:charRg st="14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27">
                                            <p:txEl>
                                              <p:charRg st="14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27">
                                            <p:txEl>
                                              <p:charRg st="14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7">
                                            <p:txEl>
                                              <p:charRg st="38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1048627">
                                            <p:txEl>
                                              <p:charRg st="38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1048627">
                                            <p:txEl>
                                              <p:charRg st="38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id="1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7">
                                            <p:txEl>
                                              <p:charRg st="74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7"/>
                                        <p:tgtEl>
                                          <p:spTgt spid="1048627">
                                            <p:txEl>
                                              <p:charRg st="74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8"/>
                                        <p:tgtEl>
                                          <p:spTgt spid="1048627">
                                            <p:txEl>
                                              <p:charRg st="74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7">
                                            <p:txEl>
                                              <p:charRg st="104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1"/>
                                        <p:tgtEl>
                                          <p:spTgt spid="1048627">
                                            <p:txEl>
                                              <p:charRg st="104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2"/>
                                        <p:tgtEl>
                                          <p:spTgt spid="1048627">
                                            <p:txEl>
                                              <p:charRg st="104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8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(52) Unfortunately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句意：不幸的是，一位当地的市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     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长计划实施一项开发项目，这将破坏动物们的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     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家园。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(53) lose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句意：如果该项目继续进行，海狸们将永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     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远失去它们的土地。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(54) reminds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句意：它提醒我们要保护环境。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(55) warning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句意：它就人类可能造成的危险发出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     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了一个明确的警告。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8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28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28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8">
                                            <p:txEl>
                                              <p:charRg st="34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1048628">
                                            <p:txEl>
                                              <p:charRg st="34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1048628">
                                            <p:txEl>
                                              <p:charRg st="34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8">
                                            <p:txEl>
                                              <p:charRg st="62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5"/>
                                        <p:tgtEl>
                                          <p:spTgt spid="1048628">
                                            <p:txEl>
                                              <p:charRg st="62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6"/>
                                        <p:tgtEl>
                                          <p:spTgt spid="1048628">
                                            <p:txEl>
                                              <p:charRg st="62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id="1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8">
                                            <p:txEl>
                                              <p:charRg st="73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1"/>
                                        <p:tgtEl>
                                          <p:spTgt spid="1048628">
                                            <p:txEl>
                                              <p:charRg st="73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2"/>
                                        <p:tgtEl>
                                          <p:spTgt spid="1048628">
                                            <p:txEl>
                                              <p:charRg st="73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8">
                                            <p:txEl>
                                              <p:charRg st="102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5"/>
                                        <p:tgtEl>
                                          <p:spTgt spid="1048628">
                                            <p:txEl>
                                              <p:charRg st="102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6"/>
                                        <p:tgtEl>
                                          <p:spTgt spid="1048628">
                                            <p:txEl>
                                              <p:charRg st="102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7">
                      <p:stCondLst>
                        <p:cond delay="indefinite"/>
                      </p:stCondLst>
                      <p:childTnLst>
                        <p:par>
                          <p:cTn fill="hold" id="28">
                            <p:stCondLst>
                              <p:cond delay="0"/>
                            </p:stCondLst>
                            <p:childTnLst>
                              <p:par>
                                <p:cTn fill="hold" id="2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8">
                                            <p:txEl>
                                              <p:charRg st="119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1"/>
                                        <p:tgtEl>
                                          <p:spTgt spid="1048628">
                                            <p:txEl>
                                              <p:charRg st="119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2"/>
                                        <p:tgtEl>
                                          <p:spTgt spid="1048628">
                                            <p:txEl>
                                              <p:charRg st="119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3">
                      <p:stCondLst>
                        <p:cond delay="indefinite"/>
                      </p:stCondLst>
                      <p:childTnLst>
                        <p:par>
                          <p:cTn fill="hold" id="34">
                            <p:stCondLst>
                              <p:cond delay="0"/>
                            </p:stCondLst>
                            <p:childTnLst>
                              <p:par>
                                <p:cTn fill="hold" id="3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8">
                                            <p:txEl>
                                              <p:charRg st="147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7"/>
                                        <p:tgtEl>
                                          <p:spTgt spid="1048628">
                                            <p:txEl>
                                              <p:charRg st="147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8"/>
                                        <p:tgtEl>
                                          <p:spTgt spid="1048628">
                                            <p:txEl>
                                              <p:charRg st="147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8">
                                            <p:txEl>
                                              <p:charRg st="177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41"/>
                                        <p:tgtEl>
                                          <p:spTgt spid="1048628">
                                            <p:txEl>
                                              <p:charRg st="177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42"/>
                                        <p:tgtEl>
                                          <p:spTgt spid="1048628">
                                            <p:txEl>
                                              <p:charRg st="177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9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第二节</a:t>
            </a:r>
            <a:r>
              <a:rPr altLang="zh-CN" b="1" sz="3800" lang="en-US">
                <a:latin typeface="Arial" pitchFamily="34" charset="0"/>
              </a:rPr>
              <a:t> </a:t>
            </a:r>
            <a:r>
              <a:rPr altLang="en-US" b="1" sz="3800" lang="zh-CN">
                <a:latin typeface="Arial" pitchFamily="34" charset="0"/>
                <a:ea typeface="宋体" pitchFamily="2" charset="-122"/>
              </a:rPr>
              <a:t>语法填空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【语篇解读】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本文讲述了一名大学生在折纸艺术上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</a:rPr>
              <a:t>                    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取得成就，其</a:t>
            </a:r>
            <a:r>
              <a:rPr altLang="zh-CN" sz="3800" lang="en-US">
                <a:latin typeface="Arial" pitchFamily="34" charset="0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绽放模式</a:t>
            </a:r>
            <a:r>
              <a:rPr altLang="zh-CN" sz="3800" lang="en-US">
                <a:latin typeface="Arial" pitchFamily="34" charset="0"/>
              </a:rPr>
              <a:t>”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设计有望应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</a:rPr>
              <a:t>                    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用于航天工程的故事。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(56) himself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考查反身代词，主语和宾语为同一人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</a:rPr>
              <a:t>     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时用反身代词。句意：他自学了这门手艺并逐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</a:rPr>
              <a:t>      </a:t>
            </a:r>
            <a:r>
              <a:rPr altLang="en-US" sz="3800" lang="zh-CN">
                <a:latin typeface="Arial" pitchFamily="34" charset="0"/>
                <a:ea typeface="宋体" pitchFamily="2" charset="-122"/>
              </a:rPr>
              <a:t>渐开发出自己的模式。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endParaRPr altLang="zh-CN" sz="3800" lang="en-US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9">
                                            <p:txEl>
                                              <p:charRg st="9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29">
                                            <p:txEl>
                                              <p:charRg st="9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29">
                                            <p:txEl>
                                              <p:charRg st="9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9">
                                            <p:txEl>
                                              <p:charRg st="32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1048629">
                                            <p:txEl>
                                              <p:charRg st="32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1048629">
                                            <p:txEl>
                                              <p:charRg st="32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9">
                                            <p:txEl>
                                              <p:charRg st="72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5"/>
                                        <p:tgtEl>
                                          <p:spTgt spid="1048629">
                                            <p:txEl>
                                              <p:charRg st="72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6"/>
                                        <p:tgtEl>
                                          <p:spTgt spid="1048629">
                                            <p:txEl>
                                              <p:charRg st="72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id="1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9">
                                            <p:txEl>
                                              <p:charRg st="10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1"/>
                                        <p:tgtEl>
                                          <p:spTgt spid="1048629">
                                            <p:txEl>
                                              <p:charRg st="10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2"/>
                                        <p:tgtEl>
                                          <p:spTgt spid="1048629">
                                            <p:txEl>
                                              <p:charRg st="10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9">
                                            <p:txEl>
                                              <p:charRg st="135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5"/>
                                        <p:tgtEl>
                                          <p:spTgt spid="1048629">
                                            <p:txEl>
                                              <p:charRg st="135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6"/>
                                        <p:tgtEl>
                                          <p:spTgt spid="1048629">
                                            <p:txEl>
                                              <p:charRg st="135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9">
                                            <p:txEl>
                                              <p:charRg st="163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9"/>
                                        <p:tgtEl>
                                          <p:spTgt spid="1048629">
                                            <p:txEl>
                                              <p:charRg st="163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0"/>
                                        <p:tgtEl>
                                          <p:spTgt spid="1048629">
                                            <p:txEl>
                                              <p:charRg st="163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0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(57) because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考查从属连词，前后为因果关系。句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     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意：他们将这些设计命名为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绽放模式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”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因为它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     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们看起来像花朵绽放。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(58) with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考查介词，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combine...with...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意为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“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将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……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      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与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……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结合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”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。句意：它们将折纸艺术与现代工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     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程学结合起来。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endParaRPr altLang="zh-CN" sz="3800" lang="en-US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0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30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30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0">
                                            <p:txEl>
                                              <p:charRg st="30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1048630">
                                            <p:txEl>
                                              <p:charRg st="30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1048630">
                                            <p:txEl>
                                              <p:charRg st="30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0">
                                            <p:txEl>
                                              <p:charRg st="59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5"/>
                                        <p:tgtEl>
                                          <p:spTgt spid="1048630">
                                            <p:txEl>
                                              <p:charRg st="59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6"/>
                                        <p:tgtEl>
                                          <p:spTgt spid="1048630">
                                            <p:txEl>
                                              <p:charRg st="59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id="1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0">
                                            <p:txEl>
                                              <p:charRg st="77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1"/>
                                        <p:tgtEl>
                                          <p:spTgt spid="1048630">
                                            <p:txEl>
                                              <p:charRg st="77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2"/>
                                        <p:tgtEl>
                                          <p:spTgt spid="1048630">
                                            <p:txEl>
                                              <p:charRg st="77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0">
                                            <p:txEl>
                                              <p:charRg st="116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5"/>
                                        <p:tgtEl>
                                          <p:spTgt spid="1048630">
                                            <p:txEl>
                                              <p:charRg st="116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6"/>
                                        <p:tgtEl>
                                          <p:spTgt spid="1048630">
                                            <p:txEl>
                                              <p:charRg st="116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0">
                                            <p:txEl>
                                              <p:charRg st="145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9"/>
                                        <p:tgtEl>
                                          <p:spTgt spid="1048630">
                                            <p:txEl>
                                              <p:charRg st="145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0"/>
                                        <p:tgtEl>
                                          <p:spTgt spid="1048630">
                                            <p:txEl>
                                              <p:charRg st="145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1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(59) so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考查并列连词，前后为因果关系。句意：最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     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棒的是，这种模式可以折叠平整，因此它们不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     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占用太多空间。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(60) on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考查介词，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have an influence on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意为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       “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对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……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有影响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”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。句意：他还希望自己的作品</a:t>
            </a:r>
          </a:p>
          <a:p>
            <a:pPr indent="-609600" lvl="0" marL="609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 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      </a:t>
            </a:r>
            <a:r>
              <a:rPr altLang="en-US" sz="3800" lang="zh-CN">
                <a:latin typeface="Arial" pitchFamily="34" charset="0"/>
                <a:ea typeface="宋体" pitchFamily="2" charset="-122"/>
                <a:sym typeface="宋体" pitchFamily="2" charset="-122"/>
              </a:rPr>
              <a:t>会对他人有影响</a:t>
            </a:r>
            <a:r>
              <a:rPr altLang="zh-CN" sz="3800" lang="en-US">
                <a:latin typeface="Arial" pitchFamily="34" charset="0"/>
                <a:sym typeface="宋体" pitchFamily="2" charset="-122"/>
              </a:rPr>
              <a:t>……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1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31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31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1">
                                            <p:txEl>
                                              <p:charRg st="28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1048631">
                                            <p:txEl>
                                              <p:charRg st="28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1048631">
                                            <p:txEl>
                                              <p:charRg st="28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1">
                                            <p:txEl>
                                              <p:charRg st="56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5"/>
                                        <p:tgtEl>
                                          <p:spTgt spid="1048631">
                                            <p:txEl>
                                              <p:charRg st="56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6"/>
                                        <p:tgtEl>
                                          <p:spTgt spid="1048631">
                                            <p:txEl>
                                              <p:charRg st="56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id="1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1">
                                            <p:txEl>
                                              <p:charRg st="71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1"/>
                                        <p:tgtEl>
                                          <p:spTgt spid="1048631">
                                            <p:txEl>
                                              <p:charRg st="71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2"/>
                                        <p:tgtEl>
                                          <p:spTgt spid="1048631">
                                            <p:txEl>
                                              <p:charRg st="71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1">
                                            <p:txEl>
                                              <p:charRg st="107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5"/>
                                        <p:tgtEl>
                                          <p:spTgt spid="1048631">
                                            <p:txEl>
                                              <p:charRg st="107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6"/>
                                        <p:tgtEl>
                                          <p:spTgt spid="1048631">
                                            <p:txEl>
                                              <p:charRg st="107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1">
                                            <p:txEl>
                                              <p:charRg st="137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9"/>
                                        <p:tgtEl>
                                          <p:spTgt spid="1048631">
                                            <p:txEl>
                                              <p:charRg st="137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0"/>
                                        <p:tgtEl>
                                          <p:spTgt spid="1048631">
                                            <p:txEl>
                                              <p:charRg st="137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2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en-US" b="1" sz="3800" lang="zh-CN">
                <a:latin typeface="Arial" pitchFamily="34" charset="0"/>
                <a:ea typeface="宋体" pitchFamily="2" charset="-122"/>
              </a:rPr>
              <a:t>第三节</a:t>
            </a:r>
            <a:r>
              <a:rPr altLang="zh-CN" b="1" sz="3800" lang="en-US">
                <a:latin typeface="Arial" pitchFamily="34" charset="0"/>
              </a:rPr>
              <a:t> </a:t>
            </a:r>
            <a:r>
              <a:rPr altLang="en-US" b="1" sz="3800" lang="zh-CN">
                <a:latin typeface="Arial" pitchFamily="34" charset="0"/>
                <a:ea typeface="宋体" pitchFamily="2" charset="-122"/>
              </a:rPr>
              <a:t>书面表达</a:t>
            </a:r>
            <a:r>
              <a:rPr altLang="zh-CN" b="1" sz="3800" lang="en-US">
                <a:latin typeface="Arial" pitchFamily="34" charset="0"/>
              </a:rPr>
              <a:t> One possible version:</a:t>
            </a:r>
          </a:p>
          <a:p>
            <a:pPr algn="ctr"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b="1" sz="3800" lang="en-US">
                <a:latin typeface="Arial" pitchFamily="34" charset="0"/>
              </a:rPr>
              <a:t>What a meaningful day!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b="1" sz="3800" lang="en-US">
                <a:latin typeface="Arial" pitchFamily="34" charset="0"/>
              </a:rPr>
              <a:t>      Last Saturday, I had a truly meaningful day.</a:t>
            </a:r>
            <a:r>
              <a:rPr altLang="zh-CN" sz="3800" lang="en-US">
                <a:latin typeface="Arial" pitchFamily="34" charset="0"/>
              </a:rPr>
              <a:t> 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My classmates and I did some voluntary work in 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Yongqing  Fang.  We  arrived  at  9: 00 a.m. and 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worked until 4: 00 p.m.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      Yongqing Fang is a place filled with traditional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culture, so in the morning, we introduced tourists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</a:rPr>
              <a:t>to   the   traditional   Chinese   lion   dance   and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2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32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32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2">
                                            <p:txEl>
                                              <p:charRg st="31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1048632">
                                            <p:txEl>
                                              <p:charRg st="31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1048632">
                                            <p:txEl>
                                              <p:charRg st="31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2">
                                            <p:txEl>
                                              <p:charRg st="54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5"/>
                                        <p:tgtEl>
                                          <p:spTgt spid="1048632">
                                            <p:txEl>
                                              <p:charRg st="54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6"/>
                                        <p:tgtEl>
                                          <p:spTgt spid="1048632">
                                            <p:txEl>
                                              <p:charRg st="54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2">
                                            <p:txEl>
                                              <p:charRg st="106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9"/>
                                        <p:tgtEl>
                                          <p:spTgt spid="1048632">
                                            <p:txEl>
                                              <p:charRg st="106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0"/>
                                        <p:tgtEl>
                                          <p:spTgt spid="1048632">
                                            <p:txEl>
                                              <p:charRg st="106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1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2">
                                            <p:txEl>
                                              <p:charRg st="154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3"/>
                                        <p:tgtEl>
                                          <p:spTgt spid="1048632">
                                            <p:txEl>
                                              <p:charRg st="154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4"/>
                                        <p:tgtEl>
                                          <p:spTgt spid="1048632">
                                            <p:txEl>
                                              <p:charRg st="154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2">
                                            <p:txEl>
                                              <p:charRg st="204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7"/>
                                        <p:tgtEl>
                                          <p:spTgt spid="1048632">
                                            <p:txEl>
                                              <p:charRg st="204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8"/>
                                        <p:tgtEl>
                                          <p:spTgt spid="1048632">
                                            <p:txEl>
                                              <p:charRg st="204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2">
                                            <p:txEl>
                                              <p:charRg st="228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1"/>
                                        <p:tgtEl>
                                          <p:spTgt spid="1048632">
                                            <p:txEl>
                                              <p:charRg st="228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2"/>
                                        <p:tgtEl>
                                          <p:spTgt spid="1048632">
                                            <p:txEl>
                                              <p:charRg st="228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2">
                                            <p:txEl>
                                              <p:charRg st="283" end="3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5"/>
                                        <p:tgtEl>
                                          <p:spTgt spid="1048632">
                                            <p:txEl>
                                              <p:charRg st="283" end="33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6"/>
                                        <p:tgtEl>
                                          <p:spTgt spid="1048632">
                                            <p:txEl>
                                              <p:charRg st="283" end="33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2">
                                            <p:txEl>
                                              <p:charRg st="334" end="3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9"/>
                                        <p:tgtEl>
                                          <p:spTgt spid="1048632">
                                            <p:txEl>
                                              <p:charRg st="334" end="38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40"/>
                                        <p:tgtEl>
                                          <p:spTgt spid="1048632">
                                            <p:txEl>
                                              <p:charRg st="334" end="38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3" name="Rectangle 3"/>
          <p:cNvSpPr txBox="1"/>
          <p:nvPr/>
        </p:nvSpPr>
        <p:spPr>
          <a:xfrm rot="0">
            <a:off x="623887" y="763587"/>
            <a:ext cx="10990262" cy="5697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34" charset="0"/>
                <a:ea typeface="宋体" pitchFamily="2" charset="-122"/>
              </a:defRPr>
            </a:lvl5pPr>
          </a:lstStyle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Cantonese porcelain. Many tourists were attracted 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by them and took a lot of photos. In the afternoon, 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we picked up rubbish around Yongqing Fang and 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watered the flowers and trees. It felt good to help 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keep the environment clean and beautiful.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       Though it was a long day and I was a bit tired, 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it was such a wonderful experience that we all 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enjoyed  ourselves!   I  hope  we  can  do  more </a:t>
            </a:r>
          </a:p>
          <a:p>
            <a:pPr indent="-609600" lvl="0" marL="609600">
              <a:lnSpc>
                <a:spcPct val="95000"/>
              </a:lnSpc>
              <a:spcBef>
                <a:spcPct val="15000"/>
              </a:spcBef>
              <a:buFontTx/>
              <a:buNone/>
            </a:pPr>
            <a:r>
              <a:rPr altLang="zh-CN" sz="3800" lang="en-US">
                <a:latin typeface="Arial" pitchFamily="34" charset="0"/>
                <a:sym typeface="宋体" pitchFamily="2" charset="-122"/>
              </a:rPr>
              <a:t>voluntary work in the future!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3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33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33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3">
                                            <p:txEl>
                                              <p:charRg st="51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1048633">
                                            <p:txEl>
                                              <p:charRg st="51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1048633">
                                            <p:txEl>
                                              <p:charRg st="51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3">
                                            <p:txEl>
                                              <p:charRg st="104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5"/>
                                        <p:tgtEl>
                                          <p:spTgt spid="1048633">
                                            <p:txEl>
                                              <p:charRg st="104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6"/>
                                        <p:tgtEl>
                                          <p:spTgt spid="1048633">
                                            <p:txEl>
                                              <p:charRg st="104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3">
                                            <p:txEl>
                                              <p:charRg st="151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9"/>
                                        <p:tgtEl>
                                          <p:spTgt spid="1048633">
                                            <p:txEl>
                                              <p:charRg st="151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0"/>
                                        <p:tgtEl>
                                          <p:spTgt spid="1048633">
                                            <p:txEl>
                                              <p:charRg st="151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1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3">
                                            <p:txEl>
                                              <p:charRg st="204" end="2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3"/>
                                        <p:tgtEl>
                                          <p:spTgt spid="1048633">
                                            <p:txEl>
                                              <p:charRg st="204" end="2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4"/>
                                        <p:tgtEl>
                                          <p:spTgt spid="1048633">
                                            <p:txEl>
                                              <p:charRg st="204" end="2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3">
                                            <p:txEl>
                                              <p:charRg st="246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7"/>
                                        <p:tgtEl>
                                          <p:spTgt spid="1048633">
                                            <p:txEl>
                                              <p:charRg st="246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8"/>
                                        <p:tgtEl>
                                          <p:spTgt spid="1048633">
                                            <p:txEl>
                                              <p:charRg st="246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3">
                                            <p:txEl>
                                              <p:charRg st="302" end="3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1"/>
                                        <p:tgtEl>
                                          <p:spTgt spid="1048633">
                                            <p:txEl>
                                              <p:charRg st="302" end="35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2"/>
                                        <p:tgtEl>
                                          <p:spTgt spid="1048633">
                                            <p:txEl>
                                              <p:charRg st="302" end="35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3">
                                            <p:txEl>
                                              <p:charRg st="350" end="4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5"/>
                                        <p:tgtEl>
                                          <p:spTgt spid="1048633">
                                            <p:txEl>
                                              <p:charRg st="350" end="40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6"/>
                                        <p:tgtEl>
                                          <p:spTgt spid="1048633">
                                            <p:txEl>
                                              <p:charRg st="350" end="40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3">
                                            <p:txEl>
                                              <p:charRg st="400" end="4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9"/>
                                        <p:tgtEl>
                                          <p:spTgt spid="1048633">
                                            <p:txEl>
                                              <p:charRg st="400" end="4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40"/>
                                        <p:tgtEl>
                                          <p:spTgt spid="1048633">
                                            <p:txEl>
                                              <p:charRg st="400" end="4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808080"/>
      </a:dk2>
      <a:lt2>
        <a:srgbClr val="00000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3EBF8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3EBF8"/>
        </a:accent5>
        <a:accent6>
          <a:srgbClr val="2D2D89"/>
        </a:accent6>
        <a:hlink>
          <a:srgbClr val="009999"/>
        </a:hlink>
        <a:folHlink>
          <a:srgbClr val="99CC00"/>
        </a:folHlink>
      </a:clrScheme>
    </a:extraClrScheme>
    <a:extraClrScheme>
      <a:clrScheme name="Default Color Scheme 2">
        <a:dk1>
          <a:srgbClr val="000000"/>
        </a:dk1>
        <a:lt1>
          <a:srgbClr val="FFFFFF"/>
        </a:lt1>
        <a:dk2>
          <a:srgbClr val="969696"/>
        </a:dk2>
        <a:lt2>
          <a:srgbClr val="000000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</a:extraClrScheme>
    <a:extraClrScheme>
      <a:clrScheme name="Default Color Scheme 3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</a:extraClrScheme>
    <a:extraClrScheme>
      <a:clrScheme name="Default Color Scheme 4">
        <a:dk1>
          <a:srgbClr val="000000"/>
        </a:dk1>
        <a:lt1>
          <a:srgbClr val="DEF6F1"/>
        </a:lt1>
        <a:dk2>
          <a:srgbClr val="969696"/>
        </a:dk2>
        <a:lt2>
          <a:srgbClr val="000000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</a:extraClrScheme>
    <a:extraClrScheme>
      <a:clrScheme name="Default Color Scheme 5">
        <a:dk1>
          <a:srgbClr val="000000"/>
        </a:dk1>
        <a:lt1>
          <a:srgbClr val="FFFFD9"/>
        </a:lt1>
        <a:dk2>
          <a:srgbClr val="777777"/>
        </a:dk2>
        <a:lt2>
          <a:srgbClr val="000000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</a:extraClrScheme>
    <a:extraClrScheme>
      <a:clrScheme name="Default Color Scheme 6">
        <a:dk1>
          <a:srgbClr val="FFFFFF"/>
        </a:dk1>
        <a:lt1>
          <a:srgbClr val="008080"/>
        </a:lt1>
        <a:dk2>
          <a:srgbClr val="005A58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</a:extraClrScheme>
    <a:extraClrScheme>
      <a:clrScheme name="Default Color Scheme 7">
        <a:dk1>
          <a:srgbClr val="FFFFFF"/>
        </a:dk1>
        <a:lt1>
          <a:srgbClr val="800000"/>
        </a:lt1>
        <a:dk2>
          <a:srgbClr val="5C1F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</a:extraClrScheme>
    <a:extraClrScheme>
      <a:clrScheme name="Default Color Scheme 8">
        <a:dk1>
          <a:srgbClr val="FFFFFF"/>
        </a:dk1>
        <a:lt1>
          <a:srgbClr val="000099"/>
        </a:lt1>
        <a:dk2>
          <a:srgbClr val="003366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</a:extraClrScheme>
    <a:extraClrScheme>
      <a:clrScheme name="Default Color Scheme 9">
        <a:dk1>
          <a:srgbClr val="FFFFFF"/>
        </a:dk1>
        <a:lt1>
          <a:srgbClr val="000000"/>
        </a:lt1>
        <a:dk2>
          <a:srgbClr val="336699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</a:extraClrScheme>
    <a:extraClrScheme>
      <a:clrScheme name="Default Color Scheme 10">
        <a:dk1>
          <a:srgbClr val="FFFFFF"/>
        </a:dk1>
        <a:lt1>
          <a:srgbClr val="686B5D"/>
        </a:lt1>
        <a:dk2>
          <a:srgbClr val="777777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</a:extraClrScheme>
    <a:extraClrScheme>
      <a:clrScheme name="Default Color Scheme 11">
        <a:dk1>
          <a:srgbClr val="FFFFFF"/>
        </a:dk1>
        <a:lt1>
          <a:srgbClr val="666699"/>
        </a:lt1>
        <a:dk2>
          <a:srgbClr val="3E3E5C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</a:extraClrScheme>
    <a:extraClrScheme>
      <a:clrScheme name="Default Color Scheme 12">
        <a:dk1>
          <a:srgbClr val="FFFFFF"/>
        </a:dk1>
        <a:lt1>
          <a:srgbClr val="523E26"/>
        </a:lt1>
        <a:dk2>
          <a:srgbClr val="2D2015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808080"/>
      </a:dk2>
      <a:lt2>
        <a:srgbClr val="00000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3EBF8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3EBF8"/>
        </a:accent5>
        <a:accent6>
          <a:srgbClr val="2D2D89"/>
        </a:accent6>
        <a:hlink>
          <a:srgbClr val="009999"/>
        </a:hlink>
        <a:folHlink>
          <a:srgbClr val="99CC00"/>
        </a:folHlink>
      </a:clrScheme>
    </a:extraClrScheme>
    <a:extraClrScheme>
      <a:clrScheme name="Default Color Scheme 2">
        <a:dk1>
          <a:srgbClr val="000000"/>
        </a:dk1>
        <a:lt1>
          <a:srgbClr val="FFFFFF"/>
        </a:lt1>
        <a:dk2>
          <a:srgbClr val="969696"/>
        </a:dk2>
        <a:lt2>
          <a:srgbClr val="000000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</a:extraClrScheme>
    <a:extraClrScheme>
      <a:clrScheme name="Default Color Scheme 3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</a:extraClrScheme>
    <a:extraClrScheme>
      <a:clrScheme name="Default Color Scheme 4">
        <a:dk1>
          <a:srgbClr val="000000"/>
        </a:dk1>
        <a:lt1>
          <a:srgbClr val="DEF6F1"/>
        </a:lt1>
        <a:dk2>
          <a:srgbClr val="969696"/>
        </a:dk2>
        <a:lt2>
          <a:srgbClr val="000000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</a:extraClrScheme>
    <a:extraClrScheme>
      <a:clrScheme name="Default Color Scheme 5">
        <a:dk1>
          <a:srgbClr val="000000"/>
        </a:dk1>
        <a:lt1>
          <a:srgbClr val="FFFFD9"/>
        </a:lt1>
        <a:dk2>
          <a:srgbClr val="777777"/>
        </a:dk2>
        <a:lt2>
          <a:srgbClr val="000000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</a:extraClrScheme>
    <a:extraClrScheme>
      <a:clrScheme name="Default Color Scheme 6">
        <a:dk1>
          <a:srgbClr val="FFFFFF"/>
        </a:dk1>
        <a:lt1>
          <a:srgbClr val="008080"/>
        </a:lt1>
        <a:dk2>
          <a:srgbClr val="005A58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</a:extraClrScheme>
    <a:extraClrScheme>
      <a:clrScheme name="Default Color Scheme 7">
        <a:dk1>
          <a:srgbClr val="FFFFFF"/>
        </a:dk1>
        <a:lt1>
          <a:srgbClr val="800000"/>
        </a:lt1>
        <a:dk2>
          <a:srgbClr val="5C1F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</a:extraClrScheme>
    <a:extraClrScheme>
      <a:clrScheme name="Default Color Scheme 8">
        <a:dk1>
          <a:srgbClr val="FFFFFF"/>
        </a:dk1>
        <a:lt1>
          <a:srgbClr val="000099"/>
        </a:lt1>
        <a:dk2>
          <a:srgbClr val="003366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</a:extraClrScheme>
    <a:extraClrScheme>
      <a:clrScheme name="Default Color Scheme 9">
        <a:dk1>
          <a:srgbClr val="FFFFFF"/>
        </a:dk1>
        <a:lt1>
          <a:srgbClr val="000000"/>
        </a:lt1>
        <a:dk2>
          <a:srgbClr val="336699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</a:extraClrScheme>
    <a:extraClrScheme>
      <a:clrScheme name="Default Color Scheme 10">
        <a:dk1>
          <a:srgbClr val="FFFFFF"/>
        </a:dk1>
        <a:lt1>
          <a:srgbClr val="686B5D"/>
        </a:lt1>
        <a:dk2>
          <a:srgbClr val="777777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</a:extraClrScheme>
    <a:extraClrScheme>
      <a:clrScheme name="Default Color Scheme 11">
        <a:dk1>
          <a:srgbClr val="FFFFFF"/>
        </a:dk1>
        <a:lt1>
          <a:srgbClr val="666699"/>
        </a:lt1>
        <a:dk2>
          <a:srgbClr val="3E3E5C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</a:extraClrScheme>
    <a:extraClrScheme>
      <a:clrScheme name="Default Color Scheme 12">
        <a:dk1>
          <a:srgbClr val="FFFFFF"/>
        </a:dk1>
        <a:lt1>
          <a:srgbClr val="523E26"/>
        </a:lt1>
        <a:dk2>
          <a:srgbClr val="2D2015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4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幻灯片 1</dc:title>
  <dc:creator>英语周报</dc:creator>
  <cp:lastModifiedBy>Administrator</cp:lastModifiedBy>
  <dcterms:created xsi:type="dcterms:W3CDTF">2013-01-24T01:44:32Z</dcterms:created>
  <dcterms:modified xsi:type="dcterms:W3CDTF">2026-06-27T09:23:33Z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8f3f15191fed444bad2e000375a13339_23</vt:lpwstr>
  </property>
</Properties>
</file>